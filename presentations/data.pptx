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3"/>
  </p:sldMasterIdLst>
  <p:notesMasterIdLst>
    <p:notesMasterId r:id="rId17"/>
  </p:notesMasterIdLst>
  <p:sldIdLst>
    <p:sldId id="330" r:id="rId4"/>
    <p:sldId id="331" r:id="rId5"/>
    <p:sldId id="348" r:id="rId6"/>
    <p:sldId id="333" r:id="rId7"/>
    <p:sldId id="349" r:id="rId8"/>
    <p:sldId id="350" r:id="rId9"/>
    <p:sldId id="351" r:id="rId10"/>
    <p:sldId id="353" r:id="rId11"/>
    <p:sldId id="352" r:id="rId12"/>
    <p:sldId id="354" r:id="rId13"/>
    <p:sldId id="355" r:id="rId14"/>
    <p:sldId id="356" r:id="rId15"/>
    <p:sldId id="357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0E10"/>
    <a:srgbClr val="2A133C"/>
    <a:srgbClr val="ADEABC"/>
    <a:srgbClr val="DFAEAD"/>
    <a:srgbClr val="421D62"/>
    <a:srgbClr val="B9B2E7"/>
    <a:srgbClr val="A592E7"/>
    <a:srgbClr val="DF8E90"/>
    <a:srgbClr val="ADADAD"/>
    <a:srgbClr val="3717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71596E-2AEC-5E4B-8E74-082C8D1DE87C}" v="16" dt="2024-05-22T14:28:04.653"/>
  </p1510:revLst>
</p1510:revInfo>
</file>

<file path=ppt/tableStyles.xml><?xml version="1.0" encoding="utf-8"?>
<a:tblStyleLst xmlns:a="http://schemas.openxmlformats.org/drawingml/2006/main" def="{B2620347-C025-4E77-A790-17E104F87EA8}">
  <a:tblStyle styleId="{B2620347-C025-4E77-A790-17E104F87E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5501"/>
    <p:restoredTop sz="94641"/>
  </p:normalViewPr>
  <p:slideViewPr>
    <p:cSldViewPr snapToGrid="0">
      <p:cViewPr varScale="1">
        <p:scale>
          <a:sx n="290" d="100"/>
          <a:sy n="290" d="100"/>
        </p:scale>
        <p:origin x="200" y="4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rington, Ben" userId="1130aac0-c87a-4916-9ba1-bee1bba910c3" providerId="ADAL" clId="{7C71596E-2AEC-5E4B-8E74-082C8D1DE87C}"/>
    <pc:docChg chg="undo custSel addSld delSld modSld modMainMaster">
      <pc:chgData name="Carrington, Ben" userId="1130aac0-c87a-4916-9ba1-bee1bba910c3" providerId="ADAL" clId="{7C71596E-2AEC-5E4B-8E74-082C8D1DE87C}" dt="2024-05-22T14:28:04.653" v="188" actId="20577"/>
      <pc:docMkLst>
        <pc:docMk/>
      </pc:docMkLst>
      <pc:sldChg chg="addSp delSp modSp del mod setBg">
        <pc:chgData name="Carrington, Ben" userId="1130aac0-c87a-4916-9ba1-bee1bba910c3" providerId="ADAL" clId="{7C71596E-2AEC-5E4B-8E74-082C8D1DE87C}" dt="2024-04-29T07:56:46.793" v="85" actId="2696"/>
        <pc:sldMkLst>
          <pc:docMk/>
          <pc:sldMk cId="0" sldId="256"/>
        </pc:sldMkLst>
        <pc:spChg chg="add mod">
          <ac:chgData name="Carrington, Ben" userId="1130aac0-c87a-4916-9ba1-bee1bba910c3" providerId="ADAL" clId="{7C71596E-2AEC-5E4B-8E74-082C8D1DE87C}" dt="2024-04-29T07:49:22.052" v="37" actId="207"/>
          <ac:spMkLst>
            <pc:docMk/>
            <pc:sldMk cId="0" sldId="256"/>
            <ac:spMk id="2" creationId="{1891DABC-68AD-3F46-E293-6F9D9D52B069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4" creationId="{EA4A9C42-7E44-8330-79A7-7BEB6368B61C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5" creationId="{4D52F670-1E9C-E19F-EDE8-88B9BCA63E9C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6" creationId="{CB808ED6-AF88-4FB9-68EB-6D5218D95871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7" creationId="{810E134F-8BD4-8A6E-8175-EC7E141B57AA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8" creationId="{8D2BB34C-F000-1320-4317-8783FCD6B49E}"/>
          </ac:spMkLst>
        </pc:spChg>
        <pc:spChg chg="add mod">
          <ac:chgData name="Carrington, Ben" userId="1130aac0-c87a-4916-9ba1-bee1bba910c3" providerId="ADAL" clId="{7C71596E-2AEC-5E4B-8E74-082C8D1DE87C}" dt="2024-04-29T07:48:43.176" v="36"/>
          <ac:spMkLst>
            <pc:docMk/>
            <pc:sldMk cId="0" sldId="256"/>
            <ac:spMk id="9" creationId="{0FD6BC87-C8ED-2765-2334-14CCC1260879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1" creationId="{B476C6BF-6A10-712F-C6FA-F6A1B9156B4C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2" creationId="{871E633D-8BF6-0CD5-E3A5-6B2870A8A551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3" creationId="{579CFA44-80CF-2EB0-C6ED-CA847E450F99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4" creationId="{5C339161-C9D3-C35B-D5B9-911CDC1540E1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5" creationId="{9DCF46DD-08B4-CC53-3CF6-DA7446C302FA}"/>
          </ac:spMkLst>
        </pc:spChg>
        <pc:spChg chg="add mod">
          <ac:chgData name="Carrington, Ben" userId="1130aac0-c87a-4916-9ba1-bee1bba910c3" providerId="ADAL" clId="{7C71596E-2AEC-5E4B-8E74-082C8D1DE87C}" dt="2024-04-29T07:50:53.514" v="66" actId="20577"/>
          <ac:spMkLst>
            <pc:docMk/>
            <pc:sldMk cId="0" sldId="256"/>
            <ac:spMk id="16" creationId="{20EEA392-9CDB-FD28-FEB1-86DD0F5CD0B9}"/>
          </ac:spMkLst>
        </pc:spChg>
        <pc:spChg chg="del">
          <ac:chgData name="Carrington, Ben" userId="1130aac0-c87a-4916-9ba1-bee1bba910c3" providerId="ADAL" clId="{7C71596E-2AEC-5E4B-8E74-082C8D1DE87C}" dt="2024-04-29T07:50:13.036" v="42" actId="478"/>
          <ac:spMkLst>
            <pc:docMk/>
            <pc:sldMk cId="0" sldId="256"/>
            <ac:spMk id="54" creationId="{00000000-0000-0000-0000-000000000000}"/>
          </ac:spMkLst>
        </pc:spChg>
        <pc:grpChg chg="add del mod">
          <ac:chgData name="Carrington, Ben" userId="1130aac0-c87a-4916-9ba1-bee1bba910c3" providerId="ADAL" clId="{7C71596E-2AEC-5E4B-8E74-082C8D1DE87C}" dt="2024-04-29T07:50:14.470" v="43" actId="478"/>
          <ac:grpSpMkLst>
            <pc:docMk/>
            <pc:sldMk cId="0" sldId="256"/>
            <ac:grpSpMk id="3" creationId="{65166D00-089A-EED2-083D-95E94489E9EF}"/>
          </ac:grpSpMkLst>
        </pc:grpChg>
        <pc:grpChg chg="add mod">
          <ac:chgData name="Carrington, Ben" userId="1130aac0-c87a-4916-9ba1-bee1bba910c3" providerId="ADAL" clId="{7C71596E-2AEC-5E4B-8E74-082C8D1DE87C}" dt="2024-04-29T07:49:27.891" v="38"/>
          <ac:grpSpMkLst>
            <pc:docMk/>
            <pc:sldMk cId="0" sldId="256"/>
            <ac:grpSpMk id="10" creationId="{C71CF2D8-7980-B7DE-7F36-E51A6A01265A}"/>
          </ac:grpSpMkLst>
        </pc:grpChg>
        <pc:picChg chg="add del">
          <ac:chgData name="Carrington, Ben" userId="1130aac0-c87a-4916-9ba1-bee1bba910c3" providerId="ADAL" clId="{7C71596E-2AEC-5E4B-8E74-082C8D1DE87C}" dt="2024-04-29T07:50:13.036" v="42" actId="478"/>
          <ac:picMkLst>
            <pc:docMk/>
            <pc:sldMk cId="0" sldId="256"/>
            <ac:picMk id="1026" creationId="{E6EECED0-4824-AC85-779B-825C51705F9B}"/>
          </ac:picMkLst>
        </pc:picChg>
        <pc:picChg chg="add mod">
          <ac:chgData name="Carrington, Ben" userId="1130aac0-c87a-4916-9ba1-bee1bba910c3" providerId="ADAL" clId="{7C71596E-2AEC-5E4B-8E74-082C8D1DE87C}" dt="2024-04-29T07:55:54.938" v="81" actId="1076"/>
          <ac:picMkLst>
            <pc:docMk/>
            <pc:sldMk cId="0" sldId="256"/>
            <ac:picMk id="1028" creationId="{942131FF-A57E-C155-E4D0-77264AA1BA6F}"/>
          </ac:picMkLst>
        </pc:picChg>
      </pc:sldChg>
      <pc:sldChg chg="addSp modSp mod">
        <pc:chgData name="Carrington, Ben" userId="1130aac0-c87a-4916-9ba1-bee1bba910c3" providerId="ADAL" clId="{7C71596E-2AEC-5E4B-8E74-082C8D1DE87C}" dt="2024-04-29T07:52:19.374" v="79"/>
        <pc:sldMkLst>
          <pc:docMk/>
          <pc:sldMk cId="0" sldId="257"/>
        </pc:sldMkLst>
        <pc:spChg chg="mod">
          <ac:chgData name="Carrington, Ben" userId="1130aac0-c87a-4916-9ba1-bee1bba910c3" providerId="ADAL" clId="{7C71596E-2AEC-5E4B-8E74-082C8D1DE87C}" dt="2024-04-29T07:44:09.552" v="0" actId="27636"/>
          <ac:spMkLst>
            <pc:docMk/>
            <pc:sldMk cId="0" sldId="257"/>
            <ac:spMk id="61" creationId="{00000000-0000-0000-0000-000000000000}"/>
          </ac:spMkLst>
        </pc:spChg>
        <pc:picChg chg="add">
          <ac:chgData name="Carrington, Ben" userId="1130aac0-c87a-4916-9ba1-bee1bba910c3" providerId="ADAL" clId="{7C71596E-2AEC-5E4B-8E74-082C8D1DE87C}" dt="2024-04-29T07:52:16.949" v="77"/>
          <ac:picMkLst>
            <pc:docMk/>
            <pc:sldMk cId="0" sldId="257"/>
            <ac:picMk id="3074" creationId="{20E7C3C8-1A3B-F1DC-0F0F-30C33DAB7051}"/>
          </ac:picMkLst>
        </pc:picChg>
        <pc:picChg chg="add mod">
          <ac:chgData name="Carrington, Ben" userId="1130aac0-c87a-4916-9ba1-bee1bba910c3" providerId="ADAL" clId="{7C71596E-2AEC-5E4B-8E74-082C8D1DE87C}" dt="2024-04-29T07:52:19.374" v="79"/>
          <ac:picMkLst>
            <pc:docMk/>
            <pc:sldMk cId="0" sldId="257"/>
            <ac:picMk id="3076" creationId="{38607BD3-92A1-7F43-F8DE-1C151545CC00}"/>
          </ac:picMkLst>
        </pc:picChg>
      </pc:sldChg>
      <pc:sldChg chg="modSp mod">
        <pc:chgData name="Carrington, Ben" userId="1130aac0-c87a-4916-9ba1-bee1bba910c3" providerId="ADAL" clId="{7C71596E-2AEC-5E4B-8E74-082C8D1DE87C}" dt="2024-05-21T14:14:15.083" v="89" actId="2711"/>
        <pc:sldMkLst>
          <pc:docMk/>
          <pc:sldMk cId="0" sldId="261"/>
        </pc:sldMkLst>
        <pc:spChg chg="mod">
          <ac:chgData name="Carrington, Ben" userId="1130aac0-c87a-4916-9ba1-bee1bba910c3" providerId="ADAL" clId="{7C71596E-2AEC-5E4B-8E74-082C8D1DE87C}" dt="2024-05-21T14:14:15.083" v="89" actId="2711"/>
          <ac:spMkLst>
            <pc:docMk/>
            <pc:sldMk cId="0" sldId="261"/>
            <ac:spMk id="8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66" v="1" actId="27636"/>
        <pc:sldMkLst>
          <pc:docMk/>
          <pc:sldMk cId="0" sldId="265"/>
        </pc:sldMkLst>
        <pc:spChg chg="mod">
          <ac:chgData name="Carrington, Ben" userId="1130aac0-c87a-4916-9ba1-bee1bba910c3" providerId="ADAL" clId="{7C71596E-2AEC-5E4B-8E74-082C8D1DE87C}" dt="2024-04-29T07:44:09.566" v="1" actId="27636"/>
          <ac:spMkLst>
            <pc:docMk/>
            <pc:sldMk cId="0" sldId="265"/>
            <ac:spMk id="11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72" v="2" actId="27636"/>
        <pc:sldMkLst>
          <pc:docMk/>
          <pc:sldMk cId="0" sldId="267"/>
        </pc:sldMkLst>
        <pc:spChg chg="mod">
          <ac:chgData name="Carrington, Ben" userId="1130aac0-c87a-4916-9ba1-bee1bba910c3" providerId="ADAL" clId="{7C71596E-2AEC-5E4B-8E74-082C8D1DE87C}" dt="2024-04-29T07:44:09.572" v="2" actId="27636"/>
          <ac:spMkLst>
            <pc:docMk/>
            <pc:sldMk cId="0" sldId="267"/>
            <ac:spMk id="125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89" v="3" actId="27636"/>
        <pc:sldMkLst>
          <pc:docMk/>
          <pc:sldMk cId="0" sldId="275"/>
        </pc:sldMkLst>
        <pc:spChg chg="mod">
          <ac:chgData name="Carrington, Ben" userId="1130aac0-c87a-4916-9ba1-bee1bba910c3" providerId="ADAL" clId="{7C71596E-2AEC-5E4B-8E74-082C8D1DE87C}" dt="2024-04-29T07:44:09.589" v="3" actId="27636"/>
          <ac:spMkLst>
            <pc:docMk/>
            <pc:sldMk cId="0" sldId="275"/>
            <ac:spMk id="17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92" v="4" actId="27636"/>
        <pc:sldMkLst>
          <pc:docMk/>
          <pc:sldMk cId="0" sldId="276"/>
        </pc:sldMkLst>
        <pc:spChg chg="mod">
          <ac:chgData name="Carrington, Ben" userId="1130aac0-c87a-4916-9ba1-bee1bba910c3" providerId="ADAL" clId="{7C71596E-2AEC-5E4B-8E74-082C8D1DE87C}" dt="2024-04-29T07:44:09.592" v="4" actId="27636"/>
          <ac:spMkLst>
            <pc:docMk/>
            <pc:sldMk cId="0" sldId="276"/>
            <ac:spMk id="179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97" v="5" actId="27636"/>
        <pc:sldMkLst>
          <pc:docMk/>
          <pc:sldMk cId="0" sldId="277"/>
        </pc:sldMkLst>
        <pc:spChg chg="mod">
          <ac:chgData name="Carrington, Ben" userId="1130aac0-c87a-4916-9ba1-bee1bba910c3" providerId="ADAL" clId="{7C71596E-2AEC-5E4B-8E74-082C8D1DE87C}" dt="2024-04-29T07:44:09.597" v="5" actId="27636"/>
          <ac:spMkLst>
            <pc:docMk/>
            <pc:sldMk cId="0" sldId="277"/>
            <ac:spMk id="185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02" v="6" actId="27636"/>
        <pc:sldMkLst>
          <pc:docMk/>
          <pc:sldMk cId="0" sldId="278"/>
        </pc:sldMkLst>
        <pc:spChg chg="mod">
          <ac:chgData name="Carrington, Ben" userId="1130aac0-c87a-4916-9ba1-bee1bba910c3" providerId="ADAL" clId="{7C71596E-2AEC-5E4B-8E74-082C8D1DE87C}" dt="2024-04-29T07:44:09.602" v="6" actId="27636"/>
          <ac:spMkLst>
            <pc:docMk/>
            <pc:sldMk cId="0" sldId="278"/>
            <ac:spMk id="191" creationId="{00000000-0000-0000-0000-000000000000}"/>
          </ac:spMkLst>
        </pc:spChg>
      </pc:sldChg>
      <pc:sldChg chg="modNotesTx">
        <pc:chgData name="Carrington, Ben" userId="1130aac0-c87a-4916-9ba1-bee1bba910c3" providerId="ADAL" clId="{7C71596E-2AEC-5E4B-8E74-082C8D1DE87C}" dt="2024-05-21T14:36:17.656" v="116" actId="20577"/>
        <pc:sldMkLst>
          <pc:docMk/>
          <pc:sldMk cId="0" sldId="279"/>
        </pc:sldMkLst>
      </pc:sldChg>
      <pc:sldChg chg="modSp mod">
        <pc:chgData name="Carrington, Ben" userId="1130aac0-c87a-4916-9ba1-bee1bba910c3" providerId="ADAL" clId="{7C71596E-2AEC-5E4B-8E74-082C8D1DE87C}" dt="2024-05-21T14:35:19.863" v="107" actId="313"/>
        <pc:sldMkLst>
          <pc:docMk/>
          <pc:sldMk cId="0" sldId="280"/>
        </pc:sldMkLst>
        <pc:spChg chg="mod">
          <ac:chgData name="Carrington, Ben" userId="1130aac0-c87a-4916-9ba1-bee1bba910c3" providerId="ADAL" clId="{7C71596E-2AEC-5E4B-8E74-082C8D1DE87C}" dt="2024-05-21T14:35:19.863" v="107" actId="313"/>
          <ac:spMkLst>
            <pc:docMk/>
            <pc:sldMk cId="0" sldId="280"/>
            <ac:spMk id="203" creationId="{00000000-0000-0000-0000-000000000000}"/>
          </ac:spMkLst>
        </pc:spChg>
      </pc:sldChg>
      <pc:sldChg chg="modSp mod modNotesTx">
        <pc:chgData name="Carrington, Ben" userId="1130aac0-c87a-4916-9ba1-bee1bba910c3" providerId="ADAL" clId="{7C71596E-2AEC-5E4B-8E74-082C8D1DE87C}" dt="2024-05-21T14:36:29.772" v="117" actId="20577"/>
        <pc:sldMkLst>
          <pc:docMk/>
          <pc:sldMk cId="0" sldId="281"/>
        </pc:sldMkLst>
        <pc:spChg chg="mod">
          <ac:chgData name="Carrington, Ben" userId="1130aac0-c87a-4916-9ba1-bee1bba910c3" providerId="ADAL" clId="{7C71596E-2AEC-5E4B-8E74-082C8D1DE87C}" dt="2024-05-21T14:35:31.759" v="115" actId="20577"/>
          <ac:spMkLst>
            <pc:docMk/>
            <pc:sldMk cId="0" sldId="281"/>
            <ac:spMk id="210" creationId="{00000000-0000-0000-0000-000000000000}"/>
          </ac:spMkLst>
        </pc:spChg>
      </pc:sldChg>
      <pc:sldChg chg="modNotesTx">
        <pc:chgData name="Carrington, Ben" userId="1130aac0-c87a-4916-9ba1-bee1bba910c3" providerId="ADAL" clId="{7C71596E-2AEC-5E4B-8E74-082C8D1DE87C}" dt="2024-05-21T14:36:36.689" v="119" actId="20577"/>
        <pc:sldMkLst>
          <pc:docMk/>
          <pc:sldMk cId="0" sldId="282"/>
        </pc:sldMkLst>
      </pc:sldChg>
      <pc:sldChg chg="modSp mod">
        <pc:chgData name="Carrington, Ben" userId="1130aac0-c87a-4916-9ba1-bee1bba910c3" providerId="ADAL" clId="{7C71596E-2AEC-5E4B-8E74-082C8D1DE87C}" dt="2024-05-21T14:37:04.739" v="128" actId="313"/>
        <pc:sldMkLst>
          <pc:docMk/>
          <pc:sldMk cId="0" sldId="283"/>
        </pc:sldMkLst>
        <pc:spChg chg="mod">
          <ac:chgData name="Carrington, Ben" userId="1130aac0-c87a-4916-9ba1-bee1bba910c3" providerId="ADAL" clId="{7C71596E-2AEC-5E4B-8E74-082C8D1DE87C}" dt="2024-05-21T14:37:04.739" v="128" actId="313"/>
          <ac:spMkLst>
            <pc:docMk/>
            <pc:sldMk cId="0" sldId="283"/>
            <ac:spMk id="22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3:03.648" v="137" actId="313"/>
        <pc:sldMkLst>
          <pc:docMk/>
          <pc:sldMk cId="0" sldId="286"/>
        </pc:sldMkLst>
        <pc:spChg chg="mod">
          <ac:chgData name="Carrington, Ben" userId="1130aac0-c87a-4916-9ba1-bee1bba910c3" providerId="ADAL" clId="{7C71596E-2AEC-5E4B-8E74-082C8D1DE87C}" dt="2024-05-21T14:43:03.648" v="137" actId="313"/>
          <ac:spMkLst>
            <pc:docMk/>
            <pc:sldMk cId="0" sldId="286"/>
            <ac:spMk id="242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18" v="8" actId="27636"/>
        <pc:sldMkLst>
          <pc:docMk/>
          <pc:sldMk cId="0" sldId="288"/>
        </pc:sldMkLst>
        <pc:spChg chg="mod">
          <ac:chgData name="Carrington, Ben" userId="1130aac0-c87a-4916-9ba1-bee1bba910c3" providerId="ADAL" clId="{7C71596E-2AEC-5E4B-8E74-082C8D1DE87C}" dt="2024-04-29T07:44:09.618" v="8" actId="27636"/>
          <ac:spMkLst>
            <pc:docMk/>
            <pc:sldMk cId="0" sldId="288"/>
            <ac:spMk id="254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3:29.377" v="139" actId="20577"/>
        <pc:sldMkLst>
          <pc:docMk/>
          <pc:sldMk cId="0" sldId="289"/>
        </pc:sldMkLst>
        <pc:spChg chg="mod">
          <ac:chgData name="Carrington, Ben" userId="1130aac0-c87a-4916-9ba1-bee1bba910c3" providerId="ADAL" clId="{7C71596E-2AEC-5E4B-8E74-082C8D1DE87C}" dt="2024-05-21T14:43:29.377" v="139" actId="20577"/>
          <ac:spMkLst>
            <pc:docMk/>
            <pc:sldMk cId="0" sldId="289"/>
            <ac:spMk id="26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23" v="9" actId="27636"/>
        <pc:sldMkLst>
          <pc:docMk/>
          <pc:sldMk cId="0" sldId="290"/>
        </pc:sldMkLst>
        <pc:spChg chg="mod">
          <ac:chgData name="Carrington, Ben" userId="1130aac0-c87a-4916-9ba1-bee1bba910c3" providerId="ADAL" clId="{7C71596E-2AEC-5E4B-8E74-082C8D1DE87C}" dt="2024-04-29T07:44:09.623" v="9" actId="27636"/>
          <ac:spMkLst>
            <pc:docMk/>
            <pc:sldMk cId="0" sldId="290"/>
            <ac:spMk id="266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4:11.566" v="148" actId="20577"/>
        <pc:sldMkLst>
          <pc:docMk/>
          <pc:sldMk cId="0" sldId="291"/>
        </pc:sldMkLst>
        <pc:spChg chg="mod">
          <ac:chgData name="Carrington, Ben" userId="1130aac0-c87a-4916-9ba1-bee1bba910c3" providerId="ADAL" clId="{7C71596E-2AEC-5E4B-8E74-082C8D1DE87C}" dt="2024-05-21T14:44:11.566" v="148" actId="20577"/>
          <ac:spMkLst>
            <pc:docMk/>
            <pc:sldMk cId="0" sldId="291"/>
            <ac:spMk id="272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3:34.329" v="156" actId="313"/>
        <pc:sldMkLst>
          <pc:docMk/>
          <pc:sldMk cId="0" sldId="294"/>
        </pc:sldMkLst>
        <pc:spChg chg="mod">
          <ac:chgData name="Carrington, Ben" userId="1130aac0-c87a-4916-9ba1-bee1bba910c3" providerId="ADAL" clId="{7C71596E-2AEC-5E4B-8E74-082C8D1DE87C}" dt="2024-05-21T14:53:34.329" v="156" actId="313"/>
          <ac:spMkLst>
            <pc:docMk/>
            <pc:sldMk cId="0" sldId="294"/>
            <ac:spMk id="29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5:49.708" v="164" actId="313"/>
        <pc:sldMkLst>
          <pc:docMk/>
          <pc:sldMk cId="0" sldId="297"/>
        </pc:sldMkLst>
        <pc:spChg chg="mod">
          <ac:chgData name="Carrington, Ben" userId="1130aac0-c87a-4916-9ba1-bee1bba910c3" providerId="ADAL" clId="{7C71596E-2AEC-5E4B-8E74-082C8D1DE87C}" dt="2024-05-21T14:55:49.708" v="164" actId="313"/>
          <ac:spMkLst>
            <pc:docMk/>
            <pc:sldMk cId="0" sldId="297"/>
            <ac:spMk id="30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34" v="10" actId="27636"/>
        <pc:sldMkLst>
          <pc:docMk/>
          <pc:sldMk cId="0" sldId="298"/>
        </pc:sldMkLst>
        <pc:spChg chg="mod">
          <ac:chgData name="Carrington, Ben" userId="1130aac0-c87a-4916-9ba1-bee1bba910c3" providerId="ADAL" clId="{7C71596E-2AEC-5E4B-8E74-082C8D1DE87C}" dt="2024-04-29T07:44:09.634" v="10" actId="27636"/>
          <ac:spMkLst>
            <pc:docMk/>
            <pc:sldMk cId="0" sldId="298"/>
            <ac:spMk id="314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7:12.765" v="172" actId="313"/>
        <pc:sldMkLst>
          <pc:docMk/>
          <pc:sldMk cId="0" sldId="299"/>
        </pc:sldMkLst>
        <pc:spChg chg="mod">
          <ac:chgData name="Carrington, Ben" userId="1130aac0-c87a-4916-9ba1-bee1bba910c3" providerId="ADAL" clId="{7C71596E-2AEC-5E4B-8E74-082C8D1DE87C}" dt="2024-05-21T14:57:12.765" v="172" actId="313"/>
          <ac:spMkLst>
            <pc:docMk/>
            <pc:sldMk cId="0" sldId="299"/>
            <ac:spMk id="32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41" v="11" actId="27636"/>
        <pc:sldMkLst>
          <pc:docMk/>
          <pc:sldMk cId="0" sldId="302"/>
        </pc:sldMkLst>
        <pc:spChg chg="mod">
          <ac:chgData name="Carrington, Ben" userId="1130aac0-c87a-4916-9ba1-bee1bba910c3" providerId="ADAL" clId="{7C71596E-2AEC-5E4B-8E74-082C8D1DE87C}" dt="2024-04-29T07:44:09.641" v="11" actId="27636"/>
          <ac:spMkLst>
            <pc:docMk/>
            <pc:sldMk cId="0" sldId="302"/>
            <ac:spMk id="33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51" v="12" actId="27636"/>
        <pc:sldMkLst>
          <pc:docMk/>
          <pc:sldMk cId="0" sldId="305"/>
        </pc:sldMkLst>
        <pc:spChg chg="mod">
          <ac:chgData name="Carrington, Ben" userId="1130aac0-c87a-4916-9ba1-bee1bba910c3" providerId="ADAL" clId="{7C71596E-2AEC-5E4B-8E74-082C8D1DE87C}" dt="2024-04-29T07:44:09.651" v="12" actId="27636"/>
          <ac:spMkLst>
            <pc:docMk/>
            <pc:sldMk cId="0" sldId="305"/>
            <ac:spMk id="35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60" v="13" actId="27636"/>
        <pc:sldMkLst>
          <pc:docMk/>
          <pc:sldMk cId="0" sldId="310"/>
        </pc:sldMkLst>
        <pc:spChg chg="mod">
          <ac:chgData name="Carrington, Ben" userId="1130aac0-c87a-4916-9ba1-bee1bba910c3" providerId="ADAL" clId="{7C71596E-2AEC-5E4B-8E74-082C8D1DE87C}" dt="2024-04-29T07:44:09.660" v="13" actId="27636"/>
          <ac:spMkLst>
            <pc:docMk/>
            <pc:sldMk cId="0" sldId="310"/>
            <ac:spMk id="38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66" v="14" actId="27636"/>
        <pc:sldMkLst>
          <pc:docMk/>
          <pc:sldMk cId="0" sldId="311"/>
        </pc:sldMkLst>
        <pc:spChg chg="mod">
          <ac:chgData name="Carrington, Ben" userId="1130aac0-c87a-4916-9ba1-bee1bba910c3" providerId="ADAL" clId="{7C71596E-2AEC-5E4B-8E74-082C8D1DE87C}" dt="2024-04-29T07:44:09.666" v="14" actId="27636"/>
          <ac:spMkLst>
            <pc:docMk/>
            <pc:sldMk cId="0" sldId="311"/>
            <ac:spMk id="39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72" v="15" actId="27636"/>
        <pc:sldMkLst>
          <pc:docMk/>
          <pc:sldMk cId="0" sldId="315"/>
        </pc:sldMkLst>
        <pc:spChg chg="mod">
          <ac:chgData name="Carrington, Ben" userId="1130aac0-c87a-4916-9ba1-bee1bba910c3" providerId="ADAL" clId="{7C71596E-2AEC-5E4B-8E74-082C8D1DE87C}" dt="2024-04-29T07:44:09.672" v="15" actId="27636"/>
          <ac:spMkLst>
            <pc:docMk/>
            <pc:sldMk cId="0" sldId="315"/>
            <ac:spMk id="41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86" v="16" actId="27636"/>
        <pc:sldMkLst>
          <pc:docMk/>
          <pc:sldMk cId="0" sldId="320"/>
        </pc:sldMkLst>
        <pc:spChg chg="mod">
          <ac:chgData name="Carrington, Ben" userId="1130aac0-c87a-4916-9ba1-bee1bba910c3" providerId="ADAL" clId="{7C71596E-2AEC-5E4B-8E74-082C8D1DE87C}" dt="2024-04-29T07:44:09.686" v="16" actId="27636"/>
          <ac:spMkLst>
            <pc:docMk/>
            <pc:sldMk cId="0" sldId="320"/>
            <ac:spMk id="44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2T14:28:04.653" v="188" actId="20577"/>
        <pc:sldMkLst>
          <pc:docMk/>
          <pc:sldMk cId="0" sldId="322"/>
        </pc:sldMkLst>
        <pc:spChg chg="mod">
          <ac:chgData name="Carrington, Ben" userId="1130aac0-c87a-4916-9ba1-bee1bba910c3" providerId="ADAL" clId="{7C71596E-2AEC-5E4B-8E74-082C8D1DE87C}" dt="2024-05-22T14:28:04.653" v="188" actId="20577"/>
          <ac:spMkLst>
            <pc:docMk/>
            <pc:sldMk cId="0" sldId="322"/>
            <ac:spMk id="459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99" v="17" actId="27636"/>
        <pc:sldMkLst>
          <pc:docMk/>
          <pc:sldMk cId="0" sldId="327"/>
        </pc:sldMkLst>
        <pc:spChg chg="mod">
          <ac:chgData name="Carrington, Ben" userId="1130aac0-c87a-4916-9ba1-bee1bba910c3" providerId="ADAL" clId="{7C71596E-2AEC-5E4B-8E74-082C8D1DE87C}" dt="2024-04-29T07:44:09.699" v="17" actId="27636"/>
          <ac:spMkLst>
            <pc:docMk/>
            <pc:sldMk cId="0" sldId="327"/>
            <ac:spMk id="490" creationId="{00000000-0000-0000-0000-000000000000}"/>
          </ac:spMkLst>
        </pc:spChg>
      </pc:sldChg>
      <pc:sldChg chg="modSp add mod">
        <pc:chgData name="Carrington, Ben" userId="1130aac0-c87a-4916-9ba1-bee1bba910c3" providerId="ADAL" clId="{7C71596E-2AEC-5E4B-8E74-082C8D1DE87C}" dt="2024-04-29T07:56:43.760" v="84"/>
        <pc:sldMkLst>
          <pc:docMk/>
          <pc:sldMk cId="0" sldId="330"/>
        </pc:sldMkLst>
        <pc:spChg chg="mod">
          <ac:chgData name="Carrington, Ben" userId="1130aac0-c87a-4916-9ba1-bee1bba910c3" providerId="ADAL" clId="{7C71596E-2AEC-5E4B-8E74-082C8D1DE87C}" dt="2024-04-29T07:56:38.712" v="83"/>
          <ac:spMkLst>
            <pc:docMk/>
            <pc:sldMk cId="0" sldId="330"/>
            <ac:spMk id="16" creationId="{20EEA392-9CDB-FD28-FEB1-86DD0F5CD0B9}"/>
          </ac:spMkLst>
        </pc:spChg>
        <pc:spChg chg="mod">
          <ac:chgData name="Carrington, Ben" userId="1130aac0-c87a-4916-9ba1-bee1bba910c3" providerId="ADAL" clId="{7C71596E-2AEC-5E4B-8E74-082C8D1DE87C}" dt="2024-04-29T07:56:43.760" v="84"/>
          <ac:spMkLst>
            <pc:docMk/>
            <pc:sldMk cId="0" sldId="330"/>
            <ac:spMk id="55" creationId="{00000000-0000-0000-0000-000000000000}"/>
          </ac:spMkLst>
        </pc:spChg>
      </pc:sldChg>
      <pc:sldMasterChg chg="addSp modSp mod setBg modSldLayout">
        <pc:chgData name="Carrington, Ben" userId="1130aac0-c87a-4916-9ba1-bee1bba910c3" providerId="ADAL" clId="{7C71596E-2AEC-5E4B-8E74-082C8D1DE87C}" dt="2024-04-29T07:52:10.722" v="76" actId="1076"/>
        <pc:sldMasterMkLst>
          <pc:docMk/>
          <pc:sldMasterMk cId="0" sldId="2147483659"/>
        </pc:sldMasterMkLst>
        <pc:spChg chg="mod">
          <ac:chgData name="Carrington, Ben" userId="1130aac0-c87a-4916-9ba1-bee1bba910c3" providerId="ADAL" clId="{7C71596E-2AEC-5E4B-8E74-082C8D1DE87C}" dt="2024-04-29T07:46:40.710" v="20" actId="20577"/>
          <ac:spMkLst>
            <pc:docMk/>
            <pc:sldMasterMk cId="0" sldId="2147483659"/>
            <ac:spMk id="6" creationId="{00000000-0000-0000-0000-000000000000}"/>
          </ac:spMkLst>
        </pc:spChg>
        <pc:picChg chg="add mod">
          <ac:chgData name="Carrington, Ben" userId="1130aac0-c87a-4916-9ba1-bee1bba910c3" providerId="ADAL" clId="{7C71596E-2AEC-5E4B-8E74-082C8D1DE87C}" dt="2024-04-29T07:52:10.722" v="76" actId="1076"/>
          <ac:picMkLst>
            <pc:docMk/>
            <pc:sldMasterMk cId="0" sldId="2147483659"/>
            <ac:picMk id="2050" creationId="{9F9B465D-0BEB-7236-749C-1CBF6D472F02}"/>
          </ac:picMkLst>
        </pc:picChg>
        <pc:sldLayoutChg chg="setBg">
          <pc:chgData name="Carrington, Ben" userId="1130aac0-c87a-4916-9ba1-bee1bba910c3" providerId="ADAL" clId="{7C71596E-2AEC-5E4B-8E74-082C8D1DE87C}" dt="2024-04-29T07:51:28.957" v="71"/>
          <pc:sldLayoutMkLst>
            <pc:docMk/>
            <pc:sldMasterMk cId="0" sldId="2147483659"/>
            <pc:sldLayoutMk cId="0" sldId="2147483648"/>
          </pc:sldLayoutMkLst>
        </pc:sldLayoutChg>
      </pc:sldMasterChg>
    </pc:docChg>
  </pc:docChgLst>
  <pc:docChgLst>
    <pc:chgData name="Carrington, Ben" userId="S::ben.a.carrington@capgemini.com::1130aac0-c87a-4916-9ba1-bee1bba910c3" providerId="AD" clId="Web-{B1D008AF-0C93-B270-AC46-9819A8E5AE60}"/>
    <pc:docChg chg="modSld">
      <pc:chgData name="Carrington, Ben" userId="S::ben.a.carrington@capgemini.com::1130aac0-c87a-4916-9ba1-bee1bba910c3" providerId="AD" clId="Web-{B1D008AF-0C93-B270-AC46-9819A8E5AE60}" dt="2024-04-29T15:57:21.255" v="10" actId="20577"/>
      <pc:docMkLst>
        <pc:docMk/>
      </pc:docMkLst>
      <pc:sldChg chg="modSp">
        <pc:chgData name="Carrington, Ben" userId="S::ben.a.carrington@capgemini.com::1130aac0-c87a-4916-9ba1-bee1bba910c3" providerId="AD" clId="Web-{B1D008AF-0C93-B270-AC46-9819A8E5AE60}" dt="2024-04-29T15:40:11.726" v="4" actId="20577"/>
        <pc:sldMkLst>
          <pc:docMk/>
          <pc:sldMk cId="0" sldId="265"/>
        </pc:sldMkLst>
        <pc:spChg chg="mod">
          <ac:chgData name="Carrington, Ben" userId="S::ben.a.carrington@capgemini.com::1130aac0-c87a-4916-9ba1-bee1bba910c3" providerId="AD" clId="Web-{B1D008AF-0C93-B270-AC46-9819A8E5AE60}" dt="2024-04-29T15:40:11.726" v="4" actId="20577"/>
          <ac:spMkLst>
            <pc:docMk/>
            <pc:sldMk cId="0" sldId="265"/>
            <ac:spMk id="113" creationId="{00000000-0000-0000-0000-000000000000}"/>
          </ac:spMkLst>
        </pc:spChg>
      </pc:sldChg>
      <pc:sldChg chg="modSp">
        <pc:chgData name="Carrington, Ben" userId="S::ben.a.carrington@capgemini.com::1130aac0-c87a-4916-9ba1-bee1bba910c3" providerId="AD" clId="Web-{B1D008AF-0C93-B270-AC46-9819A8E5AE60}" dt="2024-04-29T15:55:09.659" v="6" actId="20577"/>
        <pc:sldMkLst>
          <pc:docMk/>
          <pc:sldMk cId="0" sldId="269"/>
        </pc:sldMkLst>
        <pc:spChg chg="mod">
          <ac:chgData name="Carrington, Ben" userId="S::ben.a.carrington@capgemini.com::1130aac0-c87a-4916-9ba1-bee1bba910c3" providerId="AD" clId="Web-{B1D008AF-0C93-B270-AC46-9819A8E5AE60}" dt="2024-04-29T15:55:09.659" v="6" actId="20577"/>
          <ac:spMkLst>
            <pc:docMk/>
            <pc:sldMk cId="0" sldId="269"/>
            <ac:spMk id="137" creationId="{00000000-0000-0000-0000-000000000000}"/>
          </ac:spMkLst>
        </pc:spChg>
      </pc:sldChg>
      <pc:sldChg chg="modSp">
        <pc:chgData name="Carrington, Ben" userId="S::ben.a.carrington@capgemini.com::1130aac0-c87a-4916-9ba1-bee1bba910c3" providerId="AD" clId="Web-{B1D008AF-0C93-B270-AC46-9819A8E5AE60}" dt="2024-04-29T15:57:21.255" v="10" actId="20577"/>
        <pc:sldMkLst>
          <pc:docMk/>
          <pc:sldMk cId="0" sldId="275"/>
        </pc:sldMkLst>
        <pc:spChg chg="mod">
          <ac:chgData name="Carrington, Ben" userId="S::ben.a.carrington@capgemini.com::1130aac0-c87a-4916-9ba1-bee1bba910c3" providerId="AD" clId="Web-{B1D008AF-0C93-B270-AC46-9819A8E5AE60}" dt="2024-04-29T15:57:21.255" v="10" actId="20577"/>
          <ac:spMkLst>
            <pc:docMk/>
            <pc:sldMk cId="0" sldId="275"/>
            <ac:spMk id="17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7934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95DB129E-8213-ED4C-0F7F-E85CFCD8B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80E6E460-33BF-F03D-4D61-33BA36C188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E77999ED-A94E-CDFF-2468-0A5644E1CF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1964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543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CAAA33C5-EC17-E86A-AEFC-27AC869F1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0B0B31CC-988C-A642-F958-AE992AC70E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EBA39EC2-02D8-6224-7FFF-ADD4175E4E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5504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A84EFD8A-527E-CB2C-8B01-FE78907FD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62374C04-C127-D8E4-CB99-FD52755E3A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2C57DFE8-7860-8BCE-B416-FF4A6D3944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4568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7792790D-753A-FDE1-1D83-C483D5697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AA3FBBBF-CC65-15B9-C039-3F791C8015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7534A3D9-E8EE-4421-B810-A541653BE5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693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94C1DD5B-DEC3-C2D0-06CD-9E7738F12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E3F5A633-717F-CC28-E38B-2EC54B0A09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C0520A7C-24CF-E28E-FEF1-7551F03D8C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636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76BE31F0-3D83-E244-E836-B2F7371E3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9B8ADB26-9E51-BFA2-F8F5-709AFE6452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F0257C35-ADCB-7368-A379-4602C7185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6919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543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2B811225-F1AD-C321-E4E6-8AB08800D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65723B82-00EF-B525-B378-D1315275C0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5F18E121-94F4-A0FE-F4E1-B82DE72594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9608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C41ACF07-7682-FB0A-40D2-A6CF10153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77B2392B-EDE1-E908-4CD8-E6BFD9F569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42DDE3CB-C3F3-6CF5-76E8-3404445593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5172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02983FDB-D8C1-E11B-D293-D486B358E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844E4243-570E-4328-776E-1CB484E254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730355F9-7E1D-35D0-5E1D-6D00290344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6200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100E1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100E1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100E10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rgbClr val="100E10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100E10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100E10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100E10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100E10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rgbClr val="100E10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rgbClr val="100E10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100E10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2A133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50" name="Picture 2" descr="Capgemini Logo Logo and symbol, meaning, history, PNG">
            <a:extLst>
              <a:ext uri="{FF2B5EF4-FFF2-40B4-BE49-F238E27FC236}">
                <a16:creationId xmlns:a16="http://schemas.microsoft.com/office/drawing/2014/main" id="{9F9B465D-0BEB-7236-749C-1CBF6D472F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0" y="4711750"/>
            <a:ext cx="548700" cy="345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ruudvanasseldonk.com/2023/01/11/the-yaml-document-from-hel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aml.org/spec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71561F12-EC23-EA1F-40F3-4D199932EBEB}"/>
              </a:ext>
            </a:extLst>
          </p:cNvPr>
          <p:cNvSpPr/>
          <p:nvPr/>
        </p:nvSpPr>
        <p:spPr>
          <a:xfrm>
            <a:off x="-1" y="0"/>
            <a:ext cx="9144000" cy="514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2756" y="21600"/>
                </a:lnTo>
                <a:lnTo>
                  <a:pt x="12726" y="21590"/>
                </a:lnTo>
                <a:lnTo>
                  <a:pt x="12695" y="21570"/>
                </a:lnTo>
                <a:lnTo>
                  <a:pt x="12671" y="21540"/>
                </a:lnTo>
                <a:lnTo>
                  <a:pt x="10800" y="19030"/>
                </a:lnTo>
                <a:lnTo>
                  <a:pt x="10634" y="18800"/>
                </a:lnTo>
                <a:lnTo>
                  <a:pt x="10475" y="18570"/>
                </a:lnTo>
                <a:lnTo>
                  <a:pt x="10591" y="18200"/>
                </a:lnTo>
                <a:lnTo>
                  <a:pt x="10708" y="17840"/>
                </a:lnTo>
                <a:lnTo>
                  <a:pt x="10800" y="17520"/>
                </a:lnTo>
                <a:lnTo>
                  <a:pt x="10892" y="17210"/>
                </a:lnTo>
                <a:lnTo>
                  <a:pt x="10972" y="16890"/>
                </a:lnTo>
                <a:lnTo>
                  <a:pt x="11039" y="16570"/>
                </a:lnTo>
                <a:lnTo>
                  <a:pt x="11107" y="16240"/>
                </a:lnTo>
                <a:lnTo>
                  <a:pt x="11156" y="15910"/>
                </a:lnTo>
                <a:lnTo>
                  <a:pt x="11199" y="15580"/>
                </a:lnTo>
                <a:lnTo>
                  <a:pt x="11235" y="15230"/>
                </a:lnTo>
                <a:lnTo>
                  <a:pt x="11248" y="15030"/>
                </a:lnTo>
                <a:lnTo>
                  <a:pt x="11254" y="14820"/>
                </a:lnTo>
                <a:lnTo>
                  <a:pt x="11254" y="14420"/>
                </a:lnTo>
                <a:lnTo>
                  <a:pt x="11242" y="14220"/>
                </a:lnTo>
                <a:lnTo>
                  <a:pt x="11229" y="14010"/>
                </a:lnTo>
                <a:lnTo>
                  <a:pt x="11211" y="13810"/>
                </a:lnTo>
                <a:lnTo>
                  <a:pt x="11186" y="13610"/>
                </a:lnTo>
                <a:lnTo>
                  <a:pt x="11137" y="13330"/>
                </a:lnTo>
                <a:lnTo>
                  <a:pt x="11076" y="13060"/>
                </a:lnTo>
                <a:lnTo>
                  <a:pt x="11009" y="12800"/>
                </a:lnTo>
                <a:lnTo>
                  <a:pt x="10929" y="12540"/>
                </a:lnTo>
                <a:lnTo>
                  <a:pt x="10843" y="12300"/>
                </a:lnTo>
                <a:lnTo>
                  <a:pt x="10745" y="12060"/>
                </a:lnTo>
                <a:lnTo>
                  <a:pt x="10641" y="11830"/>
                </a:lnTo>
                <a:lnTo>
                  <a:pt x="10530" y="11610"/>
                </a:lnTo>
                <a:lnTo>
                  <a:pt x="10389" y="11350"/>
                </a:lnTo>
                <a:lnTo>
                  <a:pt x="10236" y="11100"/>
                </a:lnTo>
                <a:lnTo>
                  <a:pt x="10082" y="10870"/>
                </a:lnTo>
                <a:lnTo>
                  <a:pt x="9923" y="10650"/>
                </a:lnTo>
                <a:lnTo>
                  <a:pt x="9757" y="10430"/>
                </a:lnTo>
                <a:lnTo>
                  <a:pt x="9414" y="10030"/>
                </a:lnTo>
                <a:lnTo>
                  <a:pt x="9236" y="9830"/>
                </a:lnTo>
                <a:lnTo>
                  <a:pt x="8991" y="9580"/>
                </a:lnTo>
                <a:lnTo>
                  <a:pt x="8739" y="9330"/>
                </a:lnTo>
                <a:lnTo>
                  <a:pt x="8482" y="9090"/>
                </a:lnTo>
                <a:lnTo>
                  <a:pt x="8224" y="8860"/>
                </a:lnTo>
                <a:lnTo>
                  <a:pt x="7967" y="8640"/>
                </a:lnTo>
                <a:lnTo>
                  <a:pt x="7175" y="8010"/>
                </a:lnTo>
                <a:lnTo>
                  <a:pt x="6740" y="7680"/>
                </a:lnTo>
                <a:lnTo>
                  <a:pt x="6305" y="7360"/>
                </a:lnTo>
                <a:lnTo>
                  <a:pt x="5434" y="6740"/>
                </a:lnTo>
                <a:lnTo>
                  <a:pt x="4557" y="6130"/>
                </a:lnTo>
                <a:lnTo>
                  <a:pt x="3680" y="5530"/>
                </a:lnTo>
                <a:lnTo>
                  <a:pt x="3177" y="5170"/>
                </a:lnTo>
                <a:lnTo>
                  <a:pt x="2925" y="4970"/>
                </a:lnTo>
                <a:lnTo>
                  <a:pt x="2686" y="4760"/>
                </a:lnTo>
                <a:lnTo>
                  <a:pt x="2447" y="4540"/>
                </a:lnTo>
                <a:lnTo>
                  <a:pt x="2208" y="4310"/>
                </a:lnTo>
                <a:lnTo>
                  <a:pt x="1981" y="4070"/>
                </a:lnTo>
                <a:lnTo>
                  <a:pt x="1754" y="3800"/>
                </a:lnTo>
                <a:lnTo>
                  <a:pt x="1558" y="3550"/>
                </a:lnTo>
                <a:lnTo>
                  <a:pt x="1374" y="3290"/>
                </a:lnTo>
                <a:lnTo>
                  <a:pt x="1190" y="3020"/>
                </a:lnTo>
                <a:lnTo>
                  <a:pt x="1018" y="2740"/>
                </a:lnTo>
                <a:lnTo>
                  <a:pt x="852" y="2440"/>
                </a:lnTo>
                <a:lnTo>
                  <a:pt x="699" y="2130"/>
                </a:lnTo>
                <a:lnTo>
                  <a:pt x="552" y="1800"/>
                </a:lnTo>
                <a:lnTo>
                  <a:pt x="417" y="1460"/>
                </a:lnTo>
                <a:lnTo>
                  <a:pt x="288" y="1110"/>
                </a:lnTo>
                <a:lnTo>
                  <a:pt x="178" y="750"/>
                </a:lnTo>
                <a:lnTo>
                  <a:pt x="129" y="570"/>
                </a:lnTo>
                <a:lnTo>
                  <a:pt x="0" y="0"/>
                </a:lnTo>
                <a:close/>
              </a:path>
            </a:pathLst>
          </a:custGeom>
          <a:solidFill>
            <a:srgbClr val="2A133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1891DABC-68AD-3F46-E293-6F9D9D52B069}"/>
              </a:ext>
            </a:extLst>
          </p:cNvPr>
          <p:cNvSpPr/>
          <p:nvPr/>
        </p:nvSpPr>
        <p:spPr>
          <a:xfrm>
            <a:off x="1" y="0"/>
            <a:ext cx="9144000" cy="514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2756" y="21600"/>
                </a:lnTo>
                <a:lnTo>
                  <a:pt x="12726" y="21590"/>
                </a:lnTo>
                <a:lnTo>
                  <a:pt x="12695" y="21570"/>
                </a:lnTo>
                <a:lnTo>
                  <a:pt x="12671" y="21540"/>
                </a:lnTo>
                <a:lnTo>
                  <a:pt x="10800" y="19030"/>
                </a:lnTo>
                <a:lnTo>
                  <a:pt x="10634" y="18800"/>
                </a:lnTo>
                <a:lnTo>
                  <a:pt x="10475" y="18570"/>
                </a:lnTo>
                <a:lnTo>
                  <a:pt x="10591" y="18200"/>
                </a:lnTo>
                <a:lnTo>
                  <a:pt x="10708" y="17840"/>
                </a:lnTo>
                <a:lnTo>
                  <a:pt x="10800" y="17520"/>
                </a:lnTo>
                <a:lnTo>
                  <a:pt x="10892" y="17210"/>
                </a:lnTo>
                <a:lnTo>
                  <a:pt x="10972" y="16890"/>
                </a:lnTo>
                <a:lnTo>
                  <a:pt x="11039" y="16570"/>
                </a:lnTo>
                <a:lnTo>
                  <a:pt x="11107" y="16240"/>
                </a:lnTo>
                <a:lnTo>
                  <a:pt x="11156" y="15910"/>
                </a:lnTo>
                <a:lnTo>
                  <a:pt x="11199" y="15580"/>
                </a:lnTo>
                <a:lnTo>
                  <a:pt x="11235" y="15230"/>
                </a:lnTo>
                <a:lnTo>
                  <a:pt x="11248" y="15030"/>
                </a:lnTo>
                <a:lnTo>
                  <a:pt x="11254" y="14820"/>
                </a:lnTo>
                <a:lnTo>
                  <a:pt x="11254" y="14420"/>
                </a:lnTo>
                <a:lnTo>
                  <a:pt x="11242" y="14220"/>
                </a:lnTo>
                <a:lnTo>
                  <a:pt x="11229" y="14010"/>
                </a:lnTo>
                <a:lnTo>
                  <a:pt x="11211" y="13810"/>
                </a:lnTo>
                <a:lnTo>
                  <a:pt x="11186" y="13610"/>
                </a:lnTo>
                <a:lnTo>
                  <a:pt x="11137" y="13330"/>
                </a:lnTo>
                <a:lnTo>
                  <a:pt x="11076" y="13060"/>
                </a:lnTo>
                <a:lnTo>
                  <a:pt x="11009" y="12800"/>
                </a:lnTo>
                <a:lnTo>
                  <a:pt x="10929" y="12540"/>
                </a:lnTo>
                <a:lnTo>
                  <a:pt x="10843" y="12300"/>
                </a:lnTo>
                <a:lnTo>
                  <a:pt x="10745" y="12060"/>
                </a:lnTo>
                <a:lnTo>
                  <a:pt x="10641" y="11830"/>
                </a:lnTo>
                <a:lnTo>
                  <a:pt x="10530" y="11610"/>
                </a:lnTo>
                <a:lnTo>
                  <a:pt x="10389" y="11350"/>
                </a:lnTo>
                <a:lnTo>
                  <a:pt x="10236" y="11100"/>
                </a:lnTo>
                <a:lnTo>
                  <a:pt x="10082" y="10870"/>
                </a:lnTo>
                <a:lnTo>
                  <a:pt x="9923" y="10650"/>
                </a:lnTo>
                <a:lnTo>
                  <a:pt x="9757" y="10430"/>
                </a:lnTo>
                <a:lnTo>
                  <a:pt x="9414" y="10030"/>
                </a:lnTo>
                <a:lnTo>
                  <a:pt x="9236" y="9830"/>
                </a:lnTo>
                <a:lnTo>
                  <a:pt x="8991" y="9580"/>
                </a:lnTo>
                <a:lnTo>
                  <a:pt x="8739" y="9330"/>
                </a:lnTo>
                <a:lnTo>
                  <a:pt x="8482" y="9090"/>
                </a:lnTo>
                <a:lnTo>
                  <a:pt x="8224" y="8860"/>
                </a:lnTo>
                <a:lnTo>
                  <a:pt x="7967" y="8640"/>
                </a:lnTo>
                <a:lnTo>
                  <a:pt x="7175" y="8010"/>
                </a:lnTo>
                <a:lnTo>
                  <a:pt x="6740" y="7680"/>
                </a:lnTo>
                <a:lnTo>
                  <a:pt x="6305" y="7360"/>
                </a:lnTo>
                <a:lnTo>
                  <a:pt x="5434" y="6740"/>
                </a:lnTo>
                <a:lnTo>
                  <a:pt x="4557" y="6130"/>
                </a:lnTo>
                <a:lnTo>
                  <a:pt x="3680" y="5530"/>
                </a:lnTo>
                <a:lnTo>
                  <a:pt x="3177" y="5170"/>
                </a:lnTo>
                <a:lnTo>
                  <a:pt x="2925" y="4970"/>
                </a:lnTo>
                <a:lnTo>
                  <a:pt x="2686" y="4760"/>
                </a:lnTo>
                <a:lnTo>
                  <a:pt x="2447" y="4540"/>
                </a:lnTo>
                <a:lnTo>
                  <a:pt x="2208" y="4310"/>
                </a:lnTo>
                <a:lnTo>
                  <a:pt x="1981" y="4070"/>
                </a:lnTo>
                <a:lnTo>
                  <a:pt x="1754" y="3800"/>
                </a:lnTo>
                <a:lnTo>
                  <a:pt x="1558" y="3550"/>
                </a:lnTo>
                <a:lnTo>
                  <a:pt x="1374" y="3290"/>
                </a:lnTo>
                <a:lnTo>
                  <a:pt x="1190" y="3020"/>
                </a:lnTo>
                <a:lnTo>
                  <a:pt x="1018" y="2740"/>
                </a:lnTo>
                <a:lnTo>
                  <a:pt x="852" y="2440"/>
                </a:lnTo>
                <a:lnTo>
                  <a:pt x="699" y="2130"/>
                </a:lnTo>
                <a:lnTo>
                  <a:pt x="552" y="1800"/>
                </a:lnTo>
                <a:lnTo>
                  <a:pt x="417" y="1460"/>
                </a:lnTo>
                <a:lnTo>
                  <a:pt x="288" y="1110"/>
                </a:lnTo>
                <a:lnTo>
                  <a:pt x="178" y="750"/>
                </a:lnTo>
                <a:lnTo>
                  <a:pt x="129" y="570"/>
                </a:lnTo>
                <a:lnTo>
                  <a:pt x="0" y="0"/>
                </a:lnTo>
                <a:close/>
              </a:path>
            </a:pathLst>
          </a:custGeom>
          <a:solidFill>
            <a:srgbClr val="702FA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0EEA392-9CDB-FD28-FEB1-86DD0F5CD0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Golang Academy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42131FF-A57E-C155-E4D0-77264AA1B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3815708"/>
            <a:ext cx="4572002" cy="106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1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Common data formats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630675"/>
            <a:ext cx="8520600" cy="29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two most common data formats,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more properly named “</a:t>
            </a:r>
            <a:r>
              <a:rPr lang="en-GB" i="1" dirty="0"/>
              <a:t>data serialisation languages</a:t>
            </a:r>
            <a:r>
              <a:rPr lang="en-GB" dirty="0"/>
              <a:t>”,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are 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YAML</a:t>
            </a:r>
            <a:r>
              <a:rPr lang="en-GB" dirty="0"/>
              <a:t> and 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JSON</a:t>
            </a:r>
            <a:r>
              <a:rPr lang="en-GB" dirty="0"/>
              <a:t>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(</a:t>
            </a:r>
            <a:r>
              <a:rPr lang="en-GB" sz="1600" dirty="0">
                <a:solidFill>
                  <a:srgbClr val="ADADAD"/>
                </a:solidFill>
              </a:rPr>
              <a:t>there’s also </a:t>
            </a:r>
            <a:r>
              <a:rPr lang="en-GB" sz="1600" dirty="0">
                <a:solidFill>
                  <a:srgbClr val="DFAEAD"/>
                </a:solidFill>
              </a:rPr>
              <a:t>XML</a:t>
            </a:r>
            <a:r>
              <a:rPr lang="en-GB" sz="1600" dirty="0">
                <a:solidFill>
                  <a:srgbClr val="ADADAD"/>
                </a:solidFill>
              </a:rPr>
              <a:t>, but </a:t>
            </a:r>
            <a:r>
              <a:rPr lang="en-GB" sz="1600" dirty="0">
                <a:solidFill>
                  <a:srgbClr val="DFAEAD"/>
                </a:solidFill>
              </a:rPr>
              <a:t>XML</a:t>
            </a:r>
            <a:r>
              <a:rPr lang="en-GB" sz="1600" dirty="0">
                <a:solidFill>
                  <a:srgbClr val="ADADAD"/>
                </a:solidFill>
              </a:rPr>
              <a:t> is gross and we won’t talk about that…</a:t>
            </a:r>
            <a:r>
              <a:rPr lang="en-GB" dirty="0">
                <a:solidFill>
                  <a:srgbClr val="ADADAD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1006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10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44F6974E-A06A-925B-E77B-BDC6B74A4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1C6CECD2-EF85-F0EF-4433-690671AB07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do </a:t>
            </a:r>
            <a:r>
              <a:rPr lang="e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YAML</a:t>
            </a:r>
            <a:r>
              <a:rPr lang="en" dirty="0"/>
              <a:t> and </a:t>
            </a:r>
            <a:r>
              <a:rPr lang="e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JSON</a:t>
            </a:r>
            <a:r>
              <a:rPr lang="en" dirty="0"/>
              <a:t> do for us?</a:t>
            </a:r>
            <a:endParaRPr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3DE8184B-56EE-3A1F-7190-713F0E2B00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63436"/>
            <a:ext cx="8520600" cy="3205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These both aim to do the same thing: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To provide a means of </a:t>
            </a:r>
            <a:r>
              <a:rPr lang="en-GB" dirty="0">
                <a:solidFill>
                  <a:srgbClr val="ADEABC"/>
                </a:solidFill>
              </a:rPr>
              <a:t>describing structured data </a:t>
            </a:r>
            <a:r>
              <a:rPr lang="en-GB" dirty="0">
                <a:solidFill>
                  <a:srgbClr val="ADADAD"/>
                </a:solidFill>
              </a:rPr>
              <a:t>in a </a:t>
            </a:r>
            <a:r>
              <a:rPr lang="en-GB" dirty="0">
                <a:solidFill>
                  <a:srgbClr val="ADEABC"/>
                </a:solidFill>
              </a:rPr>
              <a:t>plaintext</a:t>
            </a:r>
            <a:r>
              <a:rPr lang="en-GB" dirty="0">
                <a:solidFill>
                  <a:srgbClr val="ADADAD"/>
                </a:solidFill>
              </a:rPr>
              <a:t> fashion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That is to say: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DFAEAD"/>
                </a:solidFill>
              </a:rPr>
              <a:t>Not directly in code </a:t>
            </a:r>
            <a:r>
              <a:rPr lang="en-GB" dirty="0">
                <a:solidFill>
                  <a:srgbClr val="ADADAD"/>
                </a:solidFill>
              </a:rPr>
              <a:t>but as a standalone unit,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usually coming from a place independent of your source code.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(</a:t>
            </a:r>
            <a:r>
              <a:rPr lang="en-GB" sz="1600" dirty="0">
                <a:solidFill>
                  <a:srgbClr val="ADADAD"/>
                </a:solidFill>
              </a:rPr>
              <a:t>be that a file, web response, etc.</a:t>
            </a:r>
            <a:r>
              <a:rPr lang="en-GB" dirty="0">
                <a:solidFill>
                  <a:srgbClr val="ADADAD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6420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1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do </a:t>
            </a:r>
            <a:r>
              <a:rPr lang="e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YAML</a:t>
            </a:r>
            <a:r>
              <a:rPr lang="en" dirty="0"/>
              <a:t> and </a:t>
            </a:r>
            <a:r>
              <a:rPr lang="e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JSON</a:t>
            </a:r>
            <a:r>
              <a:rPr lang="en" dirty="0"/>
              <a:t> look like?</a:t>
            </a:r>
            <a:endParaRPr dirty="0"/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620C57-5520-D562-0C52-D8ACDE704859}"/>
              </a:ext>
            </a:extLst>
          </p:cNvPr>
          <p:cNvSpPr txBox="1">
            <a:spLocks/>
          </p:cNvSpPr>
          <p:nvPr/>
        </p:nvSpPr>
        <p:spPr>
          <a:xfrm>
            <a:off x="4680086" y="1379637"/>
            <a:ext cx="3998550" cy="331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"animals": {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"cats": [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"name": "muffins",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"flavour": "shorthair"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},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"name": "mittens",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"flavour": "</a:t>
            </a:r>
            <a:r>
              <a:rPr lang="en-GB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russian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blue"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]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id="{BF14B404-450D-6FD0-173F-78C11072C78E}"/>
              </a:ext>
            </a:extLst>
          </p:cNvPr>
          <p:cNvSpPr txBox="1">
            <a:spLocks/>
          </p:cNvSpPr>
          <p:nvPr/>
        </p:nvSpPr>
        <p:spPr>
          <a:xfrm>
            <a:off x="810032" y="2771705"/>
            <a:ext cx="3653883" cy="2093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animals: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cats: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 name: muffins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flavour: shorthair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 name: mittens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flavour: </a:t>
            </a:r>
            <a:r>
              <a:rPr lang="en-GB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russian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blue</a:t>
            </a:r>
          </a:p>
        </p:txBody>
      </p:sp>
      <p:sp>
        <p:nvSpPr>
          <p:cNvPr id="6" name="Google Shape;61;p14">
            <a:extLst>
              <a:ext uri="{FF2B5EF4-FFF2-40B4-BE49-F238E27FC236}">
                <a16:creationId xmlns:a16="http://schemas.microsoft.com/office/drawing/2014/main" id="{1E7C70BA-09B3-49F5-3983-E2B3A7040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17680"/>
            <a:ext cx="4368386" cy="1354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Both these structures represent the same datum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The one below in 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YAML</a:t>
            </a:r>
            <a:r>
              <a:rPr lang="en-GB" dirty="0">
                <a:solidFill>
                  <a:srgbClr val="ADADAD"/>
                </a:solidFill>
              </a:rPr>
              <a:t>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and the one on my right in 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JSON</a:t>
            </a:r>
          </a:p>
        </p:txBody>
      </p:sp>
    </p:spTree>
    <p:extLst>
      <p:ext uri="{BB962C8B-B14F-4D97-AF65-F5344CB8AC3E}">
        <p14:creationId xmlns:p14="http://schemas.microsoft.com/office/powerpoint/2010/main" val="684217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10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EF1BAC72-70D5-3740-4EF8-44515073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5A89667C-1718-AFA0-F081-78685E9A54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have two in common use?</a:t>
            </a:r>
            <a:endParaRPr dirty="0"/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id="{1A000635-3D8A-D3A9-7D05-C7F0BB5F8B8A}"/>
              </a:ext>
            </a:extLst>
          </p:cNvPr>
          <p:cNvSpPr txBox="1">
            <a:spLocks/>
          </p:cNvSpPr>
          <p:nvPr/>
        </p:nvSpPr>
        <p:spPr>
          <a:xfrm>
            <a:off x="810032" y="2771705"/>
            <a:ext cx="3653883" cy="2093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animals: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cats: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 name: muffins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flavour: shorthair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 name: mittens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flavour: </a:t>
            </a:r>
            <a:r>
              <a:rPr lang="en-GB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russian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blue</a:t>
            </a:r>
          </a:p>
        </p:txBody>
      </p:sp>
      <p:sp>
        <p:nvSpPr>
          <p:cNvPr id="6" name="Google Shape;61;p14">
            <a:extLst>
              <a:ext uri="{FF2B5EF4-FFF2-40B4-BE49-F238E27FC236}">
                <a16:creationId xmlns:a16="http://schemas.microsoft.com/office/drawing/2014/main" id="{1F44F1D7-691D-69D9-7A80-615DB5376B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1" y="2059459"/>
            <a:ext cx="4260300" cy="28053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In other words, 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YAML</a:t>
            </a:r>
            <a:r>
              <a:rPr lang="en-GB" dirty="0">
                <a:solidFill>
                  <a:srgbClr val="ADADAD"/>
                </a:solidFill>
              </a:rPr>
              <a:t> is generally considered more </a:t>
            </a:r>
            <a:r>
              <a:rPr lang="en-GB" dirty="0">
                <a:solidFill>
                  <a:srgbClr val="ADEABC"/>
                </a:solidFill>
              </a:rPr>
              <a:t>human-friendly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Easier for a human to read and build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This is why most CLI tool configurations, for example, are in 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YAML</a:t>
            </a:r>
            <a:r>
              <a:rPr lang="en-GB" dirty="0">
                <a:solidFill>
                  <a:srgbClr val="ADADAD"/>
                </a:solidFill>
              </a:rPr>
              <a:t>, not 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JSON</a:t>
            </a: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1A98C032-C90D-3458-C604-08CBD059179F}"/>
              </a:ext>
            </a:extLst>
          </p:cNvPr>
          <p:cNvSpPr txBox="1">
            <a:spLocks/>
          </p:cNvSpPr>
          <p:nvPr/>
        </p:nvSpPr>
        <p:spPr>
          <a:xfrm>
            <a:off x="311700" y="1217680"/>
            <a:ext cx="3892907" cy="1354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Well, 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YAML</a:t>
            </a:r>
            <a:r>
              <a:rPr lang="en-GB" dirty="0">
                <a:solidFill>
                  <a:srgbClr val="ADADAD"/>
                </a:solidFill>
              </a:rPr>
              <a:t> is much more condensed... and there’s fewer </a:t>
            </a:r>
            <a:r>
              <a:rPr lang="en-GB" dirty="0">
                <a:solidFill>
                  <a:srgbClr val="DFAEAD"/>
                </a:solidFill>
              </a:rPr>
              <a:t>grammatical characters</a:t>
            </a:r>
          </a:p>
        </p:txBody>
      </p:sp>
    </p:spTree>
    <p:extLst>
      <p:ext uri="{BB962C8B-B14F-4D97-AF65-F5344CB8AC3E}">
        <p14:creationId xmlns:p14="http://schemas.microsoft.com/office/powerpoint/2010/main" val="3916670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10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D3C1F48A-7B0A-07D6-286B-512ED9910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70CBA742-3B11-9549-47E9-15FF9B1012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have two in common use?</a:t>
            </a:r>
            <a:endParaRPr dirty="0"/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FBA3B0-6939-952F-0523-819C6E546425}"/>
              </a:ext>
            </a:extLst>
          </p:cNvPr>
          <p:cNvSpPr txBox="1">
            <a:spLocks/>
          </p:cNvSpPr>
          <p:nvPr/>
        </p:nvSpPr>
        <p:spPr>
          <a:xfrm>
            <a:off x="4680086" y="1379637"/>
            <a:ext cx="3998550" cy="331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"animals": {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"cats": [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"name": "muffins",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"flavour": "shorthair"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},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"name": "mittens",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"flavour": "</a:t>
            </a:r>
            <a:r>
              <a:rPr lang="en-GB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russian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blue"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]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Google Shape;61;p14">
            <a:extLst>
              <a:ext uri="{FF2B5EF4-FFF2-40B4-BE49-F238E27FC236}">
                <a16:creationId xmlns:a16="http://schemas.microsoft.com/office/drawing/2014/main" id="{75A0730B-9322-65C5-5339-B8C6CC1E3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17680"/>
            <a:ext cx="4260300" cy="34807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ADADAD"/>
                </a:solidFill>
              </a:rPr>
              <a:t>But </a:t>
            </a:r>
            <a:r>
              <a:rPr lang="en-GB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YAML</a:t>
            </a:r>
            <a:r>
              <a:rPr lang="en-GB" sz="1600" dirty="0">
                <a:solidFill>
                  <a:srgbClr val="ADADAD"/>
                </a:solidFill>
              </a:rPr>
              <a:t> requires newlines and indentation to align correct to be </a:t>
            </a:r>
            <a:r>
              <a:rPr lang="en-GB" sz="1600" dirty="0" err="1">
                <a:solidFill>
                  <a:srgbClr val="ADADAD"/>
                </a:solidFill>
              </a:rPr>
              <a:t>parsable</a:t>
            </a:r>
            <a:r>
              <a:rPr lang="en-GB" sz="1600" dirty="0">
                <a:solidFill>
                  <a:srgbClr val="ADADAD"/>
                </a:solidFill>
              </a:rPr>
              <a:t> where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JSON</a:t>
            </a:r>
            <a:r>
              <a:rPr lang="en-GB" sz="1600" dirty="0">
                <a:solidFill>
                  <a:srgbClr val="ADADAD"/>
                </a:solidFill>
              </a:rPr>
              <a:t> does not…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JSON</a:t>
            </a:r>
            <a:r>
              <a:rPr lang="en-GB" sz="1600" dirty="0">
                <a:solidFill>
                  <a:srgbClr val="ADADAD"/>
                </a:solidFill>
              </a:rPr>
              <a:t> can be </a:t>
            </a:r>
            <a:r>
              <a:rPr lang="en-GB" sz="1600" dirty="0" err="1">
                <a:solidFill>
                  <a:srgbClr val="ADADAD"/>
                </a:solidFill>
              </a:rPr>
              <a:t>smushed</a:t>
            </a:r>
            <a:r>
              <a:rPr lang="en-GB" sz="1600" dirty="0">
                <a:solidFill>
                  <a:srgbClr val="ADADAD"/>
                </a:solidFill>
              </a:rPr>
              <a:t> down to a single line: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ADADAD"/>
              </a:solidFill>
            </a:endParaRPr>
          </a:p>
          <a:p>
            <a:pPr marL="0" indent="0" algn="ctr">
              <a:buFont typeface="Arial"/>
              <a:buNone/>
            </a:pP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{"animals":{"cats":[{"name"...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This can be useful for </a:t>
            </a:r>
            <a:r>
              <a:rPr lang="en-GB" sz="1600" dirty="0">
                <a:solidFill>
                  <a:srgbClr val="ADEABC"/>
                </a:solidFill>
              </a:rPr>
              <a:t>transporting data over the internet </a:t>
            </a:r>
            <a:r>
              <a:rPr lang="en-GB" sz="1600" dirty="0">
                <a:solidFill>
                  <a:srgbClr val="ADADAD"/>
                </a:solidFill>
              </a:rPr>
              <a:t>where different systems and transport protocols </a:t>
            </a:r>
            <a:r>
              <a:rPr lang="en-GB" sz="1600" dirty="0">
                <a:solidFill>
                  <a:srgbClr val="DFAEAD"/>
                </a:solidFill>
              </a:rPr>
              <a:t>may process whitespace differently</a:t>
            </a:r>
          </a:p>
        </p:txBody>
      </p:sp>
    </p:spTree>
    <p:extLst>
      <p:ext uri="{BB962C8B-B14F-4D97-AF65-F5344CB8AC3E}">
        <p14:creationId xmlns:p14="http://schemas.microsoft.com/office/powerpoint/2010/main" val="825469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10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DF8668D2-4DCA-5F53-0297-8E5320CD7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A3903A41-1A32-C6E1-9FB1-9894D4E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have two in common use?</a:t>
            </a:r>
            <a:endParaRPr dirty="0"/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C5EAEB4C-9683-B366-2C08-A4C3F504DE44}"/>
              </a:ext>
            </a:extLst>
          </p:cNvPr>
          <p:cNvSpPr txBox="1">
            <a:spLocks/>
          </p:cNvSpPr>
          <p:nvPr/>
        </p:nvSpPr>
        <p:spPr>
          <a:xfrm>
            <a:off x="6359978" y="1379637"/>
            <a:ext cx="2318657" cy="331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dirty="0">
                <a:solidFill>
                  <a:schemeClr val="tx2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YAML</a:t>
            </a:r>
          </a:p>
          <a:p>
            <a:pPr marL="0" indent="0">
              <a:buFont typeface="Arial"/>
              <a:buNone/>
            </a:pPr>
            <a:r>
              <a:rPr lang="en-GB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my_strings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hello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- 1.0</a:t>
            </a:r>
          </a:p>
          <a:p>
            <a:pPr marL="0" indent="0">
              <a:buFont typeface="Arial"/>
              <a:buNone/>
            </a:pPr>
            <a:endParaRPr lang="en-GB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tx2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JSON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my_strings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[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"hello",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"1.0"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6" name="Google Shape;61;p14">
            <a:extLst>
              <a:ext uri="{FF2B5EF4-FFF2-40B4-BE49-F238E27FC236}">
                <a16:creationId xmlns:a16="http://schemas.microsoft.com/office/drawing/2014/main" id="{6AB88FF5-B8B9-F6B8-7776-C4E92779DC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17680"/>
            <a:ext cx="5591080" cy="339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ADADAD"/>
                </a:solidFill>
              </a:rPr>
              <a:t>And all those grammatical characters also </a:t>
            </a:r>
            <a:r>
              <a:rPr lang="en-GB" sz="1600" dirty="0">
                <a:solidFill>
                  <a:srgbClr val="ADEABC"/>
                </a:solidFill>
              </a:rPr>
              <a:t>leave less ambiguity</a:t>
            </a:r>
            <a:r>
              <a:rPr lang="en-GB" sz="1600" dirty="0">
                <a:solidFill>
                  <a:srgbClr val="ADADAD"/>
                </a:solidFill>
              </a:rPr>
              <a:t>; say you had the example on the right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ADADAD"/>
                </a:solidFill>
              </a:rPr>
              <a:t>With the YAML, it’s only obvious that </a:t>
            </a:r>
            <a:r>
              <a:rPr lang="en-GB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lang="en-GB" sz="1600" dirty="0">
                <a:solidFill>
                  <a:srgbClr val="ADADAD"/>
                </a:solidFill>
              </a:rPr>
              <a:t> should be a string, but </a:t>
            </a:r>
            <a:r>
              <a:rPr lang="en-GB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1.0</a:t>
            </a:r>
            <a:r>
              <a:rPr lang="en-GB" sz="1600" dirty="0">
                <a:solidFill>
                  <a:srgbClr val="ADADAD"/>
                </a:solidFill>
              </a:rPr>
              <a:t> </a:t>
            </a:r>
            <a:r>
              <a:rPr lang="en-GB" sz="1600" dirty="0">
                <a:solidFill>
                  <a:srgbClr val="DFAEAD"/>
                </a:solidFill>
              </a:rPr>
              <a:t>might</a:t>
            </a:r>
            <a:r>
              <a:rPr lang="en-GB" sz="1600" dirty="0">
                <a:solidFill>
                  <a:srgbClr val="ADADAD"/>
                </a:solidFill>
              </a:rPr>
              <a:t> be a number, not a string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ADADAD"/>
                </a:solidFill>
              </a:rPr>
              <a:t>With the JSON, </a:t>
            </a:r>
            <a:r>
              <a:rPr lang="en-GB" sz="1600" dirty="0">
                <a:solidFill>
                  <a:srgbClr val="ADEABC"/>
                </a:solidFill>
              </a:rPr>
              <a:t>it’s obvious</a:t>
            </a:r>
            <a:r>
              <a:rPr lang="en-GB" sz="1600" dirty="0">
                <a:solidFill>
                  <a:srgbClr val="ADADAD"/>
                </a:solidFill>
              </a:rPr>
              <a:t>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ADADAD"/>
                </a:solidFill>
              </a:rPr>
              <a:t>You can wrap strings in quotes in YAML, but it’s </a:t>
            </a:r>
            <a:r>
              <a:rPr lang="en-GB" sz="1600" dirty="0">
                <a:solidFill>
                  <a:srgbClr val="DFAEAD"/>
                </a:solidFill>
              </a:rPr>
              <a:t>much easier to make that mistake </a:t>
            </a:r>
            <a:r>
              <a:rPr lang="en-GB" sz="1600" dirty="0">
                <a:solidFill>
                  <a:srgbClr val="ADADAD"/>
                </a:solidFill>
              </a:rPr>
              <a:t>(and there’s </a:t>
            </a:r>
            <a:r>
              <a:rPr lang="en-GB" sz="1600" dirty="0">
                <a:solidFill>
                  <a:srgbClr val="ADADAD"/>
                </a:solidFill>
                <a:hlinkClick r:id="rId3"/>
              </a:rPr>
              <a:t>more than just that one mistake to make</a:t>
            </a:r>
            <a:r>
              <a:rPr lang="en-GB" sz="1600" dirty="0">
                <a:solidFill>
                  <a:srgbClr val="ADADAD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4231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10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F46F62AC-4CA0-40BD-8925-EEA48F184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7F7B0B43-0A5A-7059-FF1E-159103C581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have two in common use?</a:t>
            </a:r>
            <a:endParaRPr dirty="0"/>
          </a:p>
        </p:txBody>
      </p:sp>
      <p:sp>
        <p:nvSpPr>
          <p:cNvPr id="6" name="Google Shape;61;p14">
            <a:extLst>
              <a:ext uri="{FF2B5EF4-FFF2-40B4-BE49-F238E27FC236}">
                <a16:creationId xmlns:a16="http://schemas.microsoft.com/office/drawing/2014/main" id="{FD463B1A-9EF4-79D1-2A51-423FED2113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17680"/>
            <a:ext cx="5591080" cy="339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ADADAD"/>
                </a:solidFill>
              </a:rPr>
              <a:t>In fact, the ambiguity and complexity of </a:t>
            </a:r>
            <a:r>
              <a:rPr lang="en-GB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YAML</a:t>
            </a:r>
            <a:r>
              <a:rPr lang="en-GB" sz="1600" dirty="0">
                <a:solidFill>
                  <a:srgbClr val="ADADAD"/>
                </a:solidFill>
              </a:rPr>
              <a:t> is very well known already.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ADADAD"/>
                </a:solidFill>
              </a:rPr>
              <a:t>A great holistic example of this is the number of languages that come with an in-built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JSON</a:t>
            </a:r>
            <a:r>
              <a:rPr lang="en-GB" sz="1600" dirty="0">
                <a:solidFill>
                  <a:srgbClr val="ADADAD"/>
                </a:solidFill>
              </a:rPr>
              <a:t> library… where the language’s “canonical” </a:t>
            </a:r>
            <a:r>
              <a:rPr lang="en-GB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YAML</a:t>
            </a:r>
            <a:r>
              <a:rPr lang="en-GB" sz="1600" dirty="0">
                <a:solidFill>
                  <a:srgbClr val="ADADAD"/>
                </a:solidFill>
              </a:rPr>
              <a:t> library is third-party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ADADAD"/>
                </a:solidFill>
              </a:rPr>
              <a:t>This is true of Golang and Python just to name a couple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ADADAD"/>
                </a:solidFill>
              </a:rPr>
              <a:t>On the right is the </a:t>
            </a:r>
            <a:r>
              <a:rPr lang="en-GB" sz="1600" b="1" i="1" dirty="0">
                <a:solidFill>
                  <a:srgbClr val="ADADAD"/>
                </a:solidFill>
              </a:rPr>
              <a:t>entire</a:t>
            </a:r>
            <a:r>
              <a:rPr lang="en-GB" sz="1600" dirty="0">
                <a:solidFill>
                  <a:srgbClr val="ADADAD"/>
                </a:solidFill>
              </a:rPr>
              <a:t>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JSON</a:t>
            </a:r>
            <a:r>
              <a:rPr lang="en-GB" sz="1600" dirty="0">
                <a:solidFill>
                  <a:srgbClr val="ADADAD"/>
                </a:solidFill>
              </a:rPr>
              <a:t> specification… </a:t>
            </a:r>
            <a:r>
              <a:rPr lang="en-GB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YAML</a:t>
            </a:r>
            <a:r>
              <a:rPr lang="en-GB" sz="1600" dirty="0">
                <a:solidFill>
                  <a:srgbClr val="ADADAD"/>
                </a:solidFill>
              </a:rPr>
              <a:t> requires a </a:t>
            </a:r>
            <a:r>
              <a:rPr lang="en-GB" sz="1600" dirty="0">
                <a:solidFill>
                  <a:srgbClr val="ADADAD"/>
                </a:solidFill>
                <a:hlinkClick r:id="rId3"/>
              </a:rPr>
              <a:t>website</a:t>
            </a:r>
            <a:r>
              <a:rPr lang="en-GB" sz="1600" dirty="0">
                <a:solidFill>
                  <a:srgbClr val="ADADAD"/>
                </a:solidFill>
              </a:rPr>
              <a:t> to display that amount of information…</a:t>
            </a:r>
          </a:p>
        </p:txBody>
      </p:sp>
      <p:pic>
        <p:nvPicPr>
          <p:cNvPr id="1026" name="Picture 2" descr="James Newton-King - JSON Standard Business Card">
            <a:extLst>
              <a:ext uri="{FF2B5EF4-FFF2-40B4-BE49-F238E27FC236}">
                <a16:creationId xmlns:a16="http://schemas.microsoft.com/office/drawing/2014/main" id="{DECFB2A1-DEB9-191C-1326-256A0B05D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033" y="1069521"/>
            <a:ext cx="22987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125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10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4EBEE9B0-47C7-41F1-D508-76AA564C1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3B44CDB4-3922-D5AA-C4E7-3E10899820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have two in common use?</a:t>
            </a:r>
            <a:endParaRPr dirty="0"/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284ED9CA-3AD7-04B0-59C6-1DAA14FD12F4}"/>
              </a:ext>
            </a:extLst>
          </p:cNvPr>
          <p:cNvSpPr txBox="1">
            <a:spLocks/>
          </p:cNvSpPr>
          <p:nvPr/>
        </p:nvSpPr>
        <p:spPr>
          <a:xfrm>
            <a:off x="1548714" y="1630675"/>
            <a:ext cx="6046572" cy="29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ADADAD"/>
                </a:solidFill>
              </a:rPr>
              <a:t>So, in short: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ADADAD"/>
                </a:solidFill>
              </a:rPr>
              <a:t>Use </a:t>
            </a:r>
            <a:r>
              <a:rPr lang="en-GB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YAML</a:t>
            </a:r>
            <a:r>
              <a:rPr lang="en-GB" sz="1800" dirty="0">
                <a:solidFill>
                  <a:srgbClr val="ADADAD"/>
                </a:solidFill>
              </a:rPr>
              <a:t> if it is required that </a:t>
            </a:r>
            <a:r>
              <a:rPr lang="en-GB" sz="1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human’s</a:t>
            </a:r>
            <a:r>
              <a:rPr lang="en-GB" sz="1800" dirty="0">
                <a:solidFill>
                  <a:srgbClr val="ADADAD"/>
                </a:solidFill>
              </a:rPr>
              <a:t> primarily will be interacting with the data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ADADAD"/>
                </a:solidFill>
              </a:rPr>
              <a:t>Use </a:t>
            </a:r>
            <a:r>
              <a:rPr lang="en-GB" sz="18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JSON</a:t>
            </a:r>
            <a:r>
              <a:rPr lang="en-GB" sz="1800" dirty="0">
                <a:solidFill>
                  <a:srgbClr val="ADADAD"/>
                </a:solidFill>
              </a:rPr>
              <a:t> if/when you need to </a:t>
            </a:r>
            <a:r>
              <a:rPr lang="en-GB" sz="18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transport</a:t>
            </a:r>
            <a:r>
              <a:rPr lang="en-GB" sz="1800" dirty="0">
                <a:solidFill>
                  <a:srgbClr val="ADADAD"/>
                </a:solidFill>
              </a:rPr>
              <a:t> data over the internet, or it will primarily be read by </a:t>
            </a:r>
            <a:r>
              <a:rPr lang="en-GB" sz="18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computers</a:t>
            </a:r>
          </a:p>
        </p:txBody>
      </p:sp>
    </p:spTree>
    <p:extLst>
      <p:ext uri="{BB962C8B-B14F-4D97-AF65-F5344CB8AC3E}">
        <p14:creationId xmlns:p14="http://schemas.microsoft.com/office/powerpoint/2010/main" val="1612362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1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What’s the relevance of this?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95411"/>
            <a:ext cx="4808940" cy="35957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Well, say I have a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ADADAD"/>
                </a:solidFill>
              </a:rPr>
              <a:t> struct…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I have a response from a web request describing a user in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format…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I go from a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the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GB" sz="1600" dirty="0">
                <a:solidFill>
                  <a:srgbClr val="ADE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object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 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instance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this </a:t>
            </a:r>
            <a:r>
              <a:rPr lang="en-GB" sz="1600" dirty="0">
                <a:solidFill>
                  <a:srgbClr val="ADE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ctr">
              <a:buNone/>
            </a:pPr>
            <a:endParaRPr lang="en-GB" sz="1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what if I want to pass a user back to that server how do I turn the </a:t>
            </a:r>
            <a:r>
              <a:rPr lang="en-GB" sz="1600" dirty="0">
                <a:solidFill>
                  <a:srgbClr val="ADE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back into a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620C57-5520-D562-0C52-D8ACDE704859}"/>
              </a:ext>
            </a:extLst>
          </p:cNvPr>
          <p:cNvSpPr txBox="1">
            <a:spLocks/>
          </p:cNvSpPr>
          <p:nvPr/>
        </p:nvSpPr>
        <p:spPr>
          <a:xfrm>
            <a:off x="5033319" y="551935"/>
            <a:ext cx="3937464" cy="4489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  <a:endParaRPr lang="en-GB" sz="18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LastName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Age      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indent="0">
              <a:buFont typeface="Arial"/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"email": "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a@b.com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"Ben",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GB" sz="18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astName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"Carrington",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"age": 31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512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10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BC1F70E1-77B9-7037-9695-E9EB2CF7E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1;p14">
            <a:extLst>
              <a:ext uri="{FF2B5EF4-FFF2-40B4-BE49-F238E27FC236}">
                <a16:creationId xmlns:a16="http://schemas.microsoft.com/office/drawing/2014/main" id="{FC85AE87-A1A7-CC0D-6612-4C99C42D4905}"/>
              </a:ext>
            </a:extLst>
          </p:cNvPr>
          <p:cNvSpPr txBox="1">
            <a:spLocks/>
          </p:cNvSpPr>
          <p:nvPr/>
        </p:nvSpPr>
        <p:spPr>
          <a:xfrm>
            <a:off x="5033319" y="551935"/>
            <a:ext cx="3937464" cy="4489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i="1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User struct {</a:t>
            </a:r>
            <a:endParaRPr lang="en-GB" sz="1800" dirty="0">
              <a:solidFill>
                <a:srgbClr val="2A133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LastName</a:t>
            </a:r>
            <a:r>
              <a:rPr lang="en-GB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Age       int 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indent="0">
              <a:buFont typeface="Arial"/>
              <a:buNone/>
            </a:pPr>
            <a:endParaRPr lang="en-GB" dirty="0">
              <a:solidFill>
                <a:srgbClr val="2A133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"email": "</a:t>
            </a:r>
            <a:r>
              <a:rPr lang="en-GB" dirty="0" err="1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a@b.com</a:t>
            </a:r>
            <a:r>
              <a:rPr lang="en-GB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dirty="0" err="1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GB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"Ben",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dirty="0" err="1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GB" sz="1800" dirty="0" err="1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astName</a:t>
            </a:r>
            <a:r>
              <a:rPr lang="en-GB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"Carrington",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"age": 31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2A1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dirty="0">
              <a:solidFill>
                <a:srgbClr val="2A133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6BAA53D1-5704-9EAA-64B6-C9B343C206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What’s the relevance of this?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71D7F031-BF3D-5DE9-E319-295B1ADE44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95411"/>
            <a:ext cx="4808940" cy="35957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ctr">
              <a:buNone/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</a:rPr>
              <a:t>Well, say I have a 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</a:rPr>
              <a:t> struct…</a:t>
            </a:r>
          </a:p>
          <a:p>
            <a:pPr marL="0" indent="0" algn="ctr">
              <a:buNone/>
            </a:pPr>
            <a:endParaRPr lang="en-GB" sz="1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I have a response from a web request describing a user in JSON format…</a:t>
            </a:r>
          </a:p>
          <a:p>
            <a:pPr marL="0" indent="0" algn="ctr">
              <a:buNone/>
            </a:pPr>
            <a:endParaRPr lang="en-GB" sz="1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I go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a string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the JSON,</a:t>
            </a:r>
          </a:p>
          <a:p>
            <a:pPr marL="0" indent="0" algn="ctr">
              <a:buNone/>
            </a:pP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an object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 instance of this struct?</a:t>
            </a:r>
          </a:p>
          <a:p>
            <a:pPr marL="0" indent="0" algn="ctr">
              <a:buNone/>
            </a:pPr>
            <a:endParaRPr lang="en-GB" sz="1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what if I want to pass a user back to that server how do I </a:t>
            </a:r>
            <a:r>
              <a:rPr lang="en-GB" sz="1600" dirty="0">
                <a:solidFill>
                  <a:srgbClr val="B9B2E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turn the object back into a string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F6E23E7B-4A27-A69A-3116-E29B79694D11}"/>
              </a:ext>
            </a:extLst>
          </p:cNvPr>
          <p:cNvSpPr txBox="1">
            <a:spLocks/>
          </p:cNvSpPr>
          <p:nvPr/>
        </p:nvSpPr>
        <p:spPr>
          <a:xfrm>
            <a:off x="5313406" y="1195411"/>
            <a:ext cx="3699612" cy="3595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/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/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/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/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Known as </a:t>
            </a:r>
            <a:r>
              <a:rPr lang="en-GB" sz="1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marshalling</a:t>
            </a:r>
          </a:p>
          <a:p>
            <a:pPr marL="0" indent="0">
              <a:buFont typeface="Arial"/>
              <a:buNone/>
            </a:pPr>
            <a:endParaRPr lang="en-GB" sz="1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/>
              <a:buNone/>
            </a:pPr>
            <a:endParaRPr lang="en-GB" sz="1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Known as </a:t>
            </a:r>
            <a:r>
              <a:rPr lang="en-GB" sz="1600" dirty="0">
                <a:solidFill>
                  <a:srgbClr val="B9B2E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marshalling</a:t>
            </a:r>
          </a:p>
        </p:txBody>
      </p:sp>
    </p:spTree>
    <p:extLst>
      <p:ext uri="{BB962C8B-B14F-4D97-AF65-F5344CB8AC3E}">
        <p14:creationId xmlns:p14="http://schemas.microsoft.com/office/powerpoint/2010/main" val="4036669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10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AD9199E8-4057-320B-1FDE-774B558D7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5A229C5D-523B-6898-BA52-74F95FFE9E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do we </a:t>
            </a:r>
            <a:r>
              <a:rPr lang="en" dirty="0" err="1"/>
              <a:t>marshall</a:t>
            </a:r>
            <a:r>
              <a:rPr lang="en" dirty="0"/>
              <a:t> and unmarshall in Go?</a:t>
            </a:r>
            <a:endParaRPr dirty="0"/>
          </a:p>
        </p:txBody>
      </p:sp>
      <p:sp>
        <p:nvSpPr>
          <p:cNvPr id="6" name="Google Shape;61;p14">
            <a:extLst>
              <a:ext uri="{FF2B5EF4-FFF2-40B4-BE49-F238E27FC236}">
                <a16:creationId xmlns:a16="http://schemas.microsoft.com/office/drawing/2014/main" id="{8BDA63C3-2830-AE94-09D0-D4881AD8C2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9471" y="1276864"/>
            <a:ext cx="4382529" cy="35752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Won’t go into it too much, that’s what the lab is for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Go provides a </a:t>
            </a:r>
            <a:r>
              <a:rPr lang="en-GB" sz="1600" i="1" dirty="0">
                <a:solidFill>
                  <a:srgbClr val="ADE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</a:t>
            </a:r>
            <a:r>
              <a:rPr lang="en-GB" sz="1600" dirty="0">
                <a:solidFill>
                  <a:srgbClr val="ADE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easy 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means of doing this…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Particularly when compared to </a:t>
            </a:r>
            <a:r>
              <a:rPr lang="en-GB" sz="1600" dirty="0">
                <a:solidFill>
                  <a:srgbClr val="DFAE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languages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syntax for it is </a:t>
            </a:r>
            <a:r>
              <a:rPr lang="en-GB" sz="1600" dirty="0">
                <a:solidFill>
                  <a:srgbClr val="ADE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 into Go 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not </a:t>
            </a:r>
            <a:r>
              <a:rPr lang="en-GB" sz="1600" dirty="0">
                <a:solidFill>
                  <a:srgbClr val="DFAE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bolted on after the fact 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it is with most others…</a:t>
            </a:r>
          </a:p>
        </p:txBody>
      </p:sp>
      <p:sp>
        <p:nvSpPr>
          <p:cNvPr id="7" name="Google Shape;61;p14">
            <a:extLst>
              <a:ext uri="{FF2B5EF4-FFF2-40B4-BE49-F238E27FC236}">
                <a16:creationId xmlns:a16="http://schemas.microsoft.com/office/drawing/2014/main" id="{B7A7F870-DC99-98F2-1CB2-490D29909AD0}"/>
              </a:ext>
            </a:extLst>
          </p:cNvPr>
          <p:cNvSpPr txBox="1">
            <a:spLocks/>
          </p:cNvSpPr>
          <p:nvPr/>
        </p:nvSpPr>
        <p:spPr>
          <a:xfrm>
            <a:off x="4944438" y="1861750"/>
            <a:ext cx="4199562" cy="253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"encoding/</a:t>
            </a:r>
            <a:r>
              <a:rPr lang="en-GB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Font typeface="Arial"/>
              <a:buNone/>
            </a:pPr>
            <a:endParaRPr lang="en-GB" dirty="0">
              <a:solidFill>
                <a:srgbClr val="ADEAB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  <a:endParaRPr lang="en-GB" sz="18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`</a:t>
            </a:r>
            <a:r>
              <a:rPr lang="en-GB" sz="18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:"email"`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3926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5982635B-23F6-1196-1090-A6804D574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FEE8FAE2-3131-3B61-A355-F98CA2AED1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do we </a:t>
            </a:r>
            <a:r>
              <a:rPr lang="en" dirty="0" err="1"/>
              <a:t>marshall</a:t>
            </a:r>
            <a:r>
              <a:rPr lang="en" dirty="0"/>
              <a:t> and unmarshall in Go?</a:t>
            </a:r>
            <a:endParaRPr dirty="0"/>
          </a:p>
        </p:txBody>
      </p:sp>
      <p:sp>
        <p:nvSpPr>
          <p:cNvPr id="6" name="Google Shape;61;p14">
            <a:extLst>
              <a:ext uri="{FF2B5EF4-FFF2-40B4-BE49-F238E27FC236}">
                <a16:creationId xmlns:a16="http://schemas.microsoft.com/office/drawing/2014/main" id="{AE56F7DA-A7CC-B666-1971-3E75DF9709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9471" y="1276864"/>
            <a:ext cx="4382529" cy="35752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Won’t go into it too much, that’s what the lab is for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Go provides a </a:t>
            </a:r>
            <a:r>
              <a:rPr lang="en-GB" sz="1600" i="1" dirty="0">
                <a:solidFill>
                  <a:srgbClr val="ADE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</a:t>
            </a:r>
            <a:r>
              <a:rPr lang="en-GB" sz="1600" dirty="0">
                <a:solidFill>
                  <a:srgbClr val="ADE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easy 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means of doing this…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Particularly when compared to </a:t>
            </a:r>
            <a:r>
              <a:rPr lang="en-GB" sz="1600" dirty="0">
                <a:solidFill>
                  <a:srgbClr val="DFAE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languages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syntax for it is </a:t>
            </a:r>
            <a:r>
              <a:rPr lang="en-GB" sz="1600" dirty="0">
                <a:solidFill>
                  <a:srgbClr val="ADE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 into Go 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not </a:t>
            </a:r>
            <a:r>
              <a:rPr lang="en-GB" sz="1600" dirty="0">
                <a:solidFill>
                  <a:srgbClr val="DFAE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bolted on after the fact 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it is with most others…</a:t>
            </a:r>
          </a:p>
        </p:txBody>
      </p:sp>
      <p:sp>
        <p:nvSpPr>
          <p:cNvPr id="7" name="Google Shape;61;p14">
            <a:extLst>
              <a:ext uri="{FF2B5EF4-FFF2-40B4-BE49-F238E27FC236}">
                <a16:creationId xmlns:a16="http://schemas.microsoft.com/office/drawing/2014/main" id="{3FF1537B-A7C9-F1F9-9B08-77AF1A399727}"/>
              </a:ext>
            </a:extLst>
          </p:cNvPr>
          <p:cNvSpPr txBox="1">
            <a:spLocks/>
          </p:cNvSpPr>
          <p:nvPr/>
        </p:nvSpPr>
        <p:spPr>
          <a:xfrm>
            <a:off x="4944438" y="1861750"/>
            <a:ext cx="4199562" cy="253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"encoding/</a:t>
            </a:r>
            <a:r>
              <a:rPr lang="en-GB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Font typeface="Arial"/>
              <a:buNone/>
            </a:pPr>
            <a:endParaRPr lang="en-GB" dirty="0">
              <a:solidFill>
                <a:srgbClr val="ADEAB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  <a:endParaRPr lang="en-GB" sz="18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`</a:t>
            </a:r>
            <a:r>
              <a:rPr lang="en-GB" sz="18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:"email"`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016097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D121E76F5CE646A9C07870EBB94916" ma:contentTypeVersion="17" ma:contentTypeDescription="Create a new document." ma:contentTypeScope="" ma:versionID="e3b6a8ecde2ea9be8e4caddae6578eef">
  <xsd:schema xmlns:xsd="http://www.w3.org/2001/XMLSchema" xmlns:xs="http://www.w3.org/2001/XMLSchema" xmlns:p="http://schemas.microsoft.com/office/2006/metadata/properties" xmlns:ns2="2188b33a-ea31-47d6-863c-676f867f4f7c" xmlns:ns3="92de9fe7-1fd6-4961-9268-6c7d765b3eb0" targetNamespace="http://schemas.microsoft.com/office/2006/metadata/properties" ma:root="true" ma:fieldsID="27a74fa29da2619acee843a7e8eb736c" ns2:_="" ns3:_="">
    <xsd:import namespace="2188b33a-ea31-47d6-863c-676f867f4f7c"/>
    <xsd:import namespace="92de9fe7-1fd6-4961-9268-6c7d765b3e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88b33a-ea31-47d6-863c-676f867f4f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de9fe7-1fd6-4961-9268-6c7d765b3eb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06ce121-5c6e-41cc-9241-cd5e84b5f9a6}" ma:internalName="TaxCatchAll" ma:showField="CatchAllData" ma:web="92de9fe7-1fd6-4961-9268-6c7d765b3e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5D6FC0-9001-4E47-A913-8B2AC1EB5DA8}">
  <ds:schemaRefs>
    <ds:schemaRef ds:uri="2188b33a-ea31-47d6-863c-676f867f4f7c"/>
    <ds:schemaRef ds:uri="92de9fe7-1fd6-4961-9268-6c7d765b3eb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6A67A7-5BD1-4C80-AEC7-410D927B43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1072</Words>
  <Application>Microsoft Macintosh PowerPoint</Application>
  <PresentationFormat>On-screen Show (16:9)</PresentationFormat>
  <Paragraphs>193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Simple Dark</vt:lpstr>
      <vt:lpstr>Data</vt:lpstr>
      <vt:lpstr>Common data formats</vt:lpstr>
      <vt:lpstr>What do YAML and JSON do for us?</vt:lpstr>
      <vt:lpstr>What do YAML and JSON look like?</vt:lpstr>
      <vt:lpstr>Why have two in common use?</vt:lpstr>
      <vt:lpstr>Why have two in common use?</vt:lpstr>
      <vt:lpstr>Why have two in common use?</vt:lpstr>
      <vt:lpstr>Why have two in common use?</vt:lpstr>
      <vt:lpstr>Why have two in common use?</vt:lpstr>
      <vt:lpstr>What’s the relevance of this?</vt:lpstr>
      <vt:lpstr>What’s the relevance of this?</vt:lpstr>
      <vt:lpstr>How do we marshall and unmarshall in Go?</vt:lpstr>
      <vt:lpstr>How do we marshall and unmarshall in Go?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Text Processing</dc:title>
  <cp:lastModifiedBy>Carrington, Ben</cp:lastModifiedBy>
  <cp:revision>16</cp:revision>
  <dcterms:modified xsi:type="dcterms:W3CDTF">2025-06-23T09:08:31Z</dcterms:modified>
</cp:coreProperties>
</file>