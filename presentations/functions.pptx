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3"/>
  </p:sldMasterIdLst>
  <p:notesMasterIdLst>
    <p:notesMasterId r:id="rId22"/>
  </p:notesMasterIdLst>
  <p:sldIdLst>
    <p:sldId id="330" r:id="rId4"/>
    <p:sldId id="348" r:id="rId5"/>
    <p:sldId id="331" r:id="rId6"/>
    <p:sldId id="349" r:id="rId7"/>
    <p:sldId id="350" r:id="rId8"/>
    <p:sldId id="351" r:id="rId9"/>
    <p:sldId id="352" r:id="rId10"/>
    <p:sldId id="354" r:id="rId11"/>
    <p:sldId id="353" r:id="rId12"/>
    <p:sldId id="355" r:id="rId13"/>
    <p:sldId id="356" r:id="rId14"/>
    <p:sldId id="358" r:id="rId15"/>
    <p:sldId id="357" r:id="rId16"/>
    <p:sldId id="359" r:id="rId17"/>
    <p:sldId id="360" r:id="rId18"/>
    <p:sldId id="361" r:id="rId19"/>
    <p:sldId id="362" r:id="rId20"/>
    <p:sldId id="363" r:id="rId2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0D0E"/>
    <a:srgbClr val="171517"/>
    <a:srgbClr val="211E22"/>
    <a:srgbClr val="302C31"/>
    <a:srgbClr val="DF8E90"/>
    <a:srgbClr val="ADEABC"/>
    <a:srgbClr val="B9B2E7"/>
    <a:srgbClr val="DFAEAD"/>
    <a:srgbClr val="A592E7"/>
    <a:srgbClr val="ADAD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71596E-2AEC-5E4B-8E74-082C8D1DE87C}" v="16" dt="2024-05-22T14:28:04.653"/>
  </p1510:revLst>
</p1510:revInfo>
</file>

<file path=ppt/tableStyles.xml><?xml version="1.0" encoding="utf-8"?>
<a:tblStyleLst xmlns:a="http://schemas.openxmlformats.org/drawingml/2006/main" def="{B2620347-C025-4E77-A790-17E104F87EA8}">
  <a:tblStyle styleId="{B2620347-C025-4E77-A790-17E104F87EA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01"/>
    <p:restoredTop sz="94641"/>
  </p:normalViewPr>
  <p:slideViewPr>
    <p:cSldViewPr snapToGrid="0">
      <p:cViewPr varScale="1">
        <p:scale>
          <a:sx n="290" d="100"/>
          <a:sy n="290" d="100"/>
        </p:scale>
        <p:origin x="200" y="41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1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rington, Ben" userId="1130aac0-c87a-4916-9ba1-bee1bba910c3" providerId="ADAL" clId="{7C71596E-2AEC-5E4B-8E74-082C8D1DE87C}"/>
    <pc:docChg chg="undo custSel addSld delSld modSld modMainMaster">
      <pc:chgData name="Carrington, Ben" userId="1130aac0-c87a-4916-9ba1-bee1bba910c3" providerId="ADAL" clId="{7C71596E-2AEC-5E4B-8E74-082C8D1DE87C}" dt="2024-05-22T14:28:04.653" v="188" actId="20577"/>
      <pc:docMkLst>
        <pc:docMk/>
      </pc:docMkLst>
      <pc:sldChg chg="addSp delSp modSp del mod setBg">
        <pc:chgData name="Carrington, Ben" userId="1130aac0-c87a-4916-9ba1-bee1bba910c3" providerId="ADAL" clId="{7C71596E-2AEC-5E4B-8E74-082C8D1DE87C}" dt="2024-04-29T07:56:46.793" v="85" actId="2696"/>
        <pc:sldMkLst>
          <pc:docMk/>
          <pc:sldMk cId="0" sldId="256"/>
        </pc:sldMkLst>
        <pc:spChg chg="add mod">
          <ac:chgData name="Carrington, Ben" userId="1130aac0-c87a-4916-9ba1-bee1bba910c3" providerId="ADAL" clId="{7C71596E-2AEC-5E4B-8E74-082C8D1DE87C}" dt="2024-04-29T07:49:22.052" v="37" actId="207"/>
          <ac:spMkLst>
            <pc:docMk/>
            <pc:sldMk cId="0" sldId="256"/>
            <ac:spMk id="2" creationId="{1891DABC-68AD-3F46-E293-6F9D9D52B069}"/>
          </ac:spMkLst>
        </pc:spChg>
        <pc:spChg chg="mod">
          <ac:chgData name="Carrington, Ben" userId="1130aac0-c87a-4916-9ba1-bee1bba910c3" providerId="ADAL" clId="{7C71596E-2AEC-5E4B-8E74-082C8D1DE87C}" dt="2024-04-29T07:49:46.743" v="40" actId="207"/>
          <ac:spMkLst>
            <pc:docMk/>
            <pc:sldMk cId="0" sldId="256"/>
            <ac:spMk id="4" creationId="{EA4A9C42-7E44-8330-79A7-7BEB6368B61C}"/>
          </ac:spMkLst>
        </pc:spChg>
        <pc:spChg chg="mod">
          <ac:chgData name="Carrington, Ben" userId="1130aac0-c87a-4916-9ba1-bee1bba910c3" providerId="ADAL" clId="{7C71596E-2AEC-5E4B-8E74-082C8D1DE87C}" dt="2024-04-29T07:49:46.743" v="40" actId="207"/>
          <ac:spMkLst>
            <pc:docMk/>
            <pc:sldMk cId="0" sldId="256"/>
            <ac:spMk id="5" creationId="{4D52F670-1E9C-E19F-EDE8-88B9BCA63E9C}"/>
          </ac:spMkLst>
        </pc:spChg>
        <pc:spChg chg="mod">
          <ac:chgData name="Carrington, Ben" userId="1130aac0-c87a-4916-9ba1-bee1bba910c3" providerId="ADAL" clId="{7C71596E-2AEC-5E4B-8E74-082C8D1DE87C}" dt="2024-04-29T07:49:46.743" v="40" actId="207"/>
          <ac:spMkLst>
            <pc:docMk/>
            <pc:sldMk cId="0" sldId="256"/>
            <ac:spMk id="6" creationId="{CB808ED6-AF88-4FB9-68EB-6D5218D95871}"/>
          </ac:spMkLst>
        </pc:spChg>
        <pc:spChg chg="mod">
          <ac:chgData name="Carrington, Ben" userId="1130aac0-c87a-4916-9ba1-bee1bba910c3" providerId="ADAL" clId="{7C71596E-2AEC-5E4B-8E74-082C8D1DE87C}" dt="2024-04-29T07:49:46.743" v="40" actId="207"/>
          <ac:spMkLst>
            <pc:docMk/>
            <pc:sldMk cId="0" sldId="256"/>
            <ac:spMk id="7" creationId="{810E134F-8BD4-8A6E-8175-EC7E141B57AA}"/>
          </ac:spMkLst>
        </pc:spChg>
        <pc:spChg chg="mod">
          <ac:chgData name="Carrington, Ben" userId="1130aac0-c87a-4916-9ba1-bee1bba910c3" providerId="ADAL" clId="{7C71596E-2AEC-5E4B-8E74-082C8D1DE87C}" dt="2024-04-29T07:49:46.743" v="40" actId="207"/>
          <ac:spMkLst>
            <pc:docMk/>
            <pc:sldMk cId="0" sldId="256"/>
            <ac:spMk id="8" creationId="{8D2BB34C-F000-1320-4317-8783FCD6B49E}"/>
          </ac:spMkLst>
        </pc:spChg>
        <pc:spChg chg="add mod">
          <ac:chgData name="Carrington, Ben" userId="1130aac0-c87a-4916-9ba1-bee1bba910c3" providerId="ADAL" clId="{7C71596E-2AEC-5E4B-8E74-082C8D1DE87C}" dt="2024-04-29T07:48:43.176" v="36"/>
          <ac:spMkLst>
            <pc:docMk/>
            <pc:sldMk cId="0" sldId="256"/>
            <ac:spMk id="9" creationId="{0FD6BC87-C8ED-2765-2334-14CCC1260879}"/>
          </ac:spMkLst>
        </pc:spChg>
        <pc:spChg chg="mod">
          <ac:chgData name="Carrington, Ben" userId="1130aac0-c87a-4916-9ba1-bee1bba910c3" providerId="ADAL" clId="{7C71596E-2AEC-5E4B-8E74-082C8D1DE87C}" dt="2024-04-29T07:49:27.891" v="38"/>
          <ac:spMkLst>
            <pc:docMk/>
            <pc:sldMk cId="0" sldId="256"/>
            <ac:spMk id="11" creationId="{B476C6BF-6A10-712F-C6FA-F6A1B9156B4C}"/>
          </ac:spMkLst>
        </pc:spChg>
        <pc:spChg chg="mod">
          <ac:chgData name="Carrington, Ben" userId="1130aac0-c87a-4916-9ba1-bee1bba910c3" providerId="ADAL" clId="{7C71596E-2AEC-5E4B-8E74-082C8D1DE87C}" dt="2024-04-29T07:49:27.891" v="38"/>
          <ac:spMkLst>
            <pc:docMk/>
            <pc:sldMk cId="0" sldId="256"/>
            <ac:spMk id="12" creationId="{871E633D-8BF6-0CD5-E3A5-6B2870A8A551}"/>
          </ac:spMkLst>
        </pc:spChg>
        <pc:spChg chg="mod">
          <ac:chgData name="Carrington, Ben" userId="1130aac0-c87a-4916-9ba1-bee1bba910c3" providerId="ADAL" clId="{7C71596E-2AEC-5E4B-8E74-082C8D1DE87C}" dt="2024-04-29T07:49:27.891" v="38"/>
          <ac:spMkLst>
            <pc:docMk/>
            <pc:sldMk cId="0" sldId="256"/>
            <ac:spMk id="13" creationId="{579CFA44-80CF-2EB0-C6ED-CA847E450F99}"/>
          </ac:spMkLst>
        </pc:spChg>
        <pc:spChg chg="mod">
          <ac:chgData name="Carrington, Ben" userId="1130aac0-c87a-4916-9ba1-bee1bba910c3" providerId="ADAL" clId="{7C71596E-2AEC-5E4B-8E74-082C8D1DE87C}" dt="2024-04-29T07:49:27.891" v="38"/>
          <ac:spMkLst>
            <pc:docMk/>
            <pc:sldMk cId="0" sldId="256"/>
            <ac:spMk id="14" creationId="{5C339161-C9D3-C35B-D5B9-911CDC1540E1}"/>
          </ac:spMkLst>
        </pc:spChg>
        <pc:spChg chg="mod">
          <ac:chgData name="Carrington, Ben" userId="1130aac0-c87a-4916-9ba1-bee1bba910c3" providerId="ADAL" clId="{7C71596E-2AEC-5E4B-8E74-082C8D1DE87C}" dt="2024-04-29T07:49:27.891" v="38"/>
          <ac:spMkLst>
            <pc:docMk/>
            <pc:sldMk cId="0" sldId="256"/>
            <ac:spMk id="15" creationId="{9DCF46DD-08B4-CC53-3CF6-DA7446C302FA}"/>
          </ac:spMkLst>
        </pc:spChg>
        <pc:spChg chg="add mod">
          <ac:chgData name="Carrington, Ben" userId="1130aac0-c87a-4916-9ba1-bee1bba910c3" providerId="ADAL" clId="{7C71596E-2AEC-5E4B-8E74-082C8D1DE87C}" dt="2024-04-29T07:50:53.514" v="66" actId="20577"/>
          <ac:spMkLst>
            <pc:docMk/>
            <pc:sldMk cId="0" sldId="256"/>
            <ac:spMk id="16" creationId="{20EEA392-9CDB-FD28-FEB1-86DD0F5CD0B9}"/>
          </ac:spMkLst>
        </pc:spChg>
        <pc:spChg chg="del">
          <ac:chgData name="Carrington, Ben" userId="1130aac0-c87a-4916-9ba1-bee1bba910c3" providerId="ADAL" clId="{7C71596E-2AEC-5E4B-8E74-082C8D1DE87C}" dt="2024-04-29T07:50:13.036" v="42" actId="478"/>
          <ac:spMkLst>
            <pc:docMk/>
            <pc:sldMk cId="0" sldId="256"/>
            <ac:spMk id="54" creationId="{00000000-0000-0000-0000-000000000000}"/>
          </ac:spMkLst>
        </pc:spChg>
        <pc:grpChg chg="add del mod">
          <ac:chgData name="Carrington, Ben" userId="1130aac0-c87a-4916-9ba1-bee1bba910c3" providerId="ADAL" clId="{7C71596E-2AEC-5E4B-8E74-082C8D1DE87C}" dt="2024-04-29T07:50:14.470" v="43" actId="478"/>
          <ac:grpSpMkLst>
            <pc:docMk/>
            <pc:sldMk cId="0" sldId="256"/>
            <ac:grpSpMk id="3" creationId="{65166D00-089A-EED2-083D-95E94489E9EF}"/>
          </ac:grpSpMkLst>
        </pc:grpChg>
        <pc:grpChg chg="add mod">
          <ac:chgData name="Carrington, Ben" userId="1130aac0-c87a-4916-9ba1-bee1bba910c3" providerId="ADAL" clId="{7C71596E-2AEC-5E4B-8E74-082C8D1DE87C}" dt="2024-04-29T07:49:27.891" v="38"/>
          <ac:grpSpMkLst>
            <pc:docMk/>
            <pc:sldMk cId="0" sldId="256"/>
            <ac:grpSpMk id="10" creationId="{C71CF2D8-7980-B7DE-7F36-E51A6A01265A}"/>
          </ac:grpSpMkLst>
        </pc:grpChg>
        <pc:picChg chg="add del">
          <ac:chgData name="Carrington, Ben" userId="1130aac0-c87a-4916-9ba1-bee1bba910c3" providerId="ADAL" clId="{7C71596E-2AEC-5E4B-8E74-082C8D1DE87C}" dt="2024-04-29T07:50:13.036" v="42" actId="478"/>
          <ac:picMkLst>
            <pc:docMk/>
            <pc:sldMk cId="0" sldId="256"/>
            <ac:picMk id="1026" creationId="{E6EECED0-4824-AC85-779B-825C51705F9B}"/>
          </ac:picMkLst>
        </pc:picChg>
        <pc:picChg chg="add mod">
          <ac:chgData name="Carrington, Ben" userId="1130aac0-c87a-4916-9ba1-bee1bba910c3" providerId="ADAL" clId="{7C71596E-2AEC-5E4B-8E74-082C8D1DE87C}" dt="2024-04-29T07:55:54.938" v="81" actId="1076"/>
          <ac:picMkLst>
            <pc:docMk/>
            <pc:sldMk cId="0" sldId="256"/>
            <ac:picMk id="1028" creationId="{942131FF-A57E-C155-E4D0-77264AA1BA6F}"/>
          </ac:picMkLst>
        </pc:picChg>
      </pc:sldChg>
      <pc:sldChg chg="addSp modSp mod">
        <pc:chgData name="Carrington, Ben" userId="1130aac0-c87a-4916-9ba1-bee1bba910c3" providerId="ADAL" clId="{7C71596E-2AEC-5E4B-8E74-082C8D1DE87C}" dt="2024-04-29T07:52:19.374" v="79"/>
        <pc:sldMkLst>
          <pc:docMk/>
          <pc:sldMk cId="0" sldId="257"/>
        </pc:sldMkLst>
        <pc:spChg chg="mod">
          <ac:chgData name="Carrington, Ben" userId="1130aac0-c87a-4916-9ba1-bee1bba910c3" providerId="ADAL" clId="{7C71596E-2AEC-5E4B-8E74-082C8D1DE87C}" dt="2024-04-29T07:44:09.552" v="0" actId="27636"/>
          <ac:spMkLst>
            <pc:docMk/>
            <pc:sldMk cId="0" sldId="257"/>
            <ac:spMk id="61" creationId="{00000000-0000-0000-0000-000000000000}"/>
          </ac:spMkLst>
        </pc:spChg>
        <pc:picChg chg="add">
          <ac:chgData name="Carrington, Ben" userId="1130aac0-c87a-4916-9ba1-bee1bba910c3" providerId="ADAL" clId="{7C71596E-2AEC-5E4B-8E74-082C8D1DE87C}" dt="2024-04-29T07:52:16.949" v="77"/>
          <ac:picMkLst>
            <pc:docMk/>
            <pc:sldMk cId="0" sldId="257"/>
            <ac:picMk id="3074" creationId="{20E7C3C8-1A3B-F1DC-0F0F-30C33DAB7051}"/>
          </ac:picMkLst>
        </pc:picChg>
        <pc:picChg chg="add mod">
          <ac:chgData name="Carrington, Ben" userId="1130aac0-c87a-4916-9ba1-bee1bba910c3" providerId="ADAL" clId="{7C71596E-2AEC-5E4B-8E74-082C8D1DE87C}" dt="2024-04-29T07:52:19.374" v="79"/>
          <ac:picMkLst>
            <pc:docMk/>
            <pc:sldMk cId="0" sldId="257"/>
            <ac:picMk id="3076" creationId="{38607BD3-92A1-7F43-F8DE-1C151545CC00}"/>
          </ac:picMkLst>
        </pc:picChg>
      </pc:sldChg>
      <pc:sldChg chg="modSp mod">
        <pc:chgData name="Carrington, Ben" userId="1130aac0-c87a-4916-9ba1-bee1bba910c3" providerId="ADAL" clId="{7C71596E-2AEC-5E4B-8E74-082C8D1DE87C}" dt="2024-05-21T14:14:15.083" v="89" actId="2711"/>
        <pc:sldMkLst>
          <pc:docMk/>
          <pc:sldMk cId="0" sldId="261"/>
        </pc:sldMkLst>
        <pc:spChg chg="mod">
          <ac:chgData name="Carrington, Ben" userId="1130aac0-c87a-4916-9ba1-bee1bba910c3" providerId="ADAL" clId="{7C71596E-2AEC-5E4B-8E74-082C8D1DE87C}" dt="2024-05-21T14:14:15.083" v="89" actId="2711"/>
          <ac:spMkLst>
            <pc:docMk/>
            <pc:sldMk cId="0" sldId="261"/>
            <ac:spMk id="88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566" v="1" actId="27636"/>
        <pc:sldMkLst>
          <pc:docMk/>
          <pc:sldMk cId="0" sldId="265"/>
        </pc:sldMkLst>
        <pc:spChg chg="mod">
          <ac:chgData name="Carrington, Ben" userId="1130aac0-c87a-4916-9ba1-bee1bba910c3" providerId="ADAL" clId="{7C71596E-2AEC-5E4B-8E74-082C8D1DE87C}" dt="2024-04-29T07:44:09.566" v="1" actId="27636"/>
          <ac:spMkLst>
            <pc:docMk/>
            <pc:sldMk cId="0" sldId="265"/>
            <ac:spMk id="113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572" v="2" actId="27636"/>
        <pc:sldMkLst>
          <pc:docMk/>
          <pc:sldMk cId="0" sldId="267"/>
        </pc:sldMkLst>
        <pc:spChg chg="mod">
          <ac:chgData name="Carrington, Ben" userId="1130aac0-c87a-4916-9ba1-bee1bba910c3" providerId="ADAL" clId="{7C71596E-2AEC-5E4B-8E74-082C8D1DE87C}" dt="2024-04-29T07:44:09.572" v="2" actId="27636"/>
          <ac:spMkLst>
            <pc:docMk/>
            <pc:sldMk cId="0" sldId="267"/>
            <ac:spMk id="125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589" v="3" actId="27636"/>
        <pc:sldMkLst>
          <pc:docMk/>
          <pc:sldMk cId="0" sldId="275"/>
        </pc:sldMkLst>
        <pc:spChg chg="mod">
          <ac:chgData name="Carrington, Ben" userId="1130aac0-c87a-4916-9ba1-bee1bba910c3" providerId="ADAL" clId="{7C71596E-2AEC-5E4B-8E74-082C8D1DE87C}" dt="2024-04-29T07:44:09.589" v="3" actId="27636"/>
          <ac:spMkLst>
            <pc:docMk/>
            <pc:sldMk cId="0" sldId="275"/>
            <ac:spMk id="173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592" v="4" actId="27636"/>
        <pc:sldMkLst>
          <pc:docMk/>
          <pc:sldMk cId="0" sldId="276"/>
        </pc:sldMkLst>
        <pc:spChg chg="mod">
          <ac:chgData name="Carrington, Ben" userId="1130aac0-c87a-4916-9ba1-bee1bba910c3" providerId="ADAL" clId="{7C71596E-2AEC-5E4B-8E74-082C8D1DE87C}" dt="2024-04-29T07:44:09.592" v="4" actId="27636"/>
          <ac:spMkLst>
            <pc:docMk/>
            <pc:sldMk cId="0" sldId="276"/>
            <ac:spMk id="179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597" v="5" actId="27636"/>
        <pc:sldMkLst>
          <pc:docMk/>
          <pc:sldMk cId="0" sldId="277"/>
        </pc:sldMkLst>
        <pc:spChg chg="mod">
          <ac:chgData name="Carrington, Ben" userId="1130aac0-c87a-4916-9ba1-bee1bba910c3" providerId="ADAL" clId="{7C71596E-2AEC-5E4B-8E74-082C8D1DE87C}" dt="2024-04-29T07:44:09.597" v="5" actId="27636"/>
          <ac:spMkLst>
            <pc:docMk/>
            <pc:sldMk cId="0" sldId="277"/>
            <ac:spMk id="185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02" v="6" actId="27636"/>
        <pc:sldMkLst>
          <pc:docMk/>
          <pc:sldMk cId="0" sldId="278"/>
        </pc:sldMkLst>
        <pc:spChg chg="mod">
          <ac:chgData name="Carrington, Ben" userId="1130aac0-c87a-4916-9ba1-bee1bba910c3" providerId="ADAL" clId="{7C71596E-2AEC-5E4B-8E74-082C8D1DE87C}" dt="2024-04-29T07:44:09.602" v="6" actId="27636"/>
          <ac:spMkLst>
            <pc:docMk/>
            <pc:sldMk cId="0" sldId="278"/>
            <ac:spMk id="191" creationId="{00000000-0000-0000-0000-000000000000}"/>
          </ac:spMkLst>
        </pc:spChg>
      </pc:sldChg>
      <pc:sldChg chg="modNotesTx">
        <pc:chgData name="Carrington, Ben" userId="1130aac0-c87a-4916-9ba1-bee1bba910c3" providerId="ADAL" clId="{7C71596E-2AEC-5E4B-8E74-082C8D1DE87C}" dt="2024-05-21T14:36:17.656" v="116" actId="20577"/>
        <pc:sldMkLst>
          <pc:docMk/>
          <pc:sldMk cId="0" sldId="279"/>
        </pc:sldMkLst>
      </pc:sldChg>
      <pc:sldChg chg="modSp mod">
        <pc:chgData name="Carrington, Ben" userId="1130aac0-c87a-4916-9ba1-bee1bba910c3" providerId="ADAL" clId="{7C71596E-2AEC-5E4B-8E74-082C8D1DE87C}" dt="2024-05-21T14:35:19.863" v="107" actId="313"/>
        <pc:sldMkLst>
          <pc:docMk/>
          <pc:sldMk cId="0" sldId="280"/>
        </pc:sldMkLst>
        <pc:spChg chg="mod">
          <ac:chgData name="Carrington, Ben" userId="1130aac0-c87a-4916-9ba1-bee1bba910c3" providerId="ADAL" clId="{7C71596E-2AEC-5E4B-8E74-082C8D1DE87C}" dt="2024-05-21T14:35:19.863" v="107" actId="313"/>
          <ac:spMkLst>
            <pc:docMk/>
            <pc:sldMk cId="0" sldId="280"/>
            <ac:spMk id="203" creationId="{00000000-0000-0000-0000-000000000000}"/>
          </ac:spMkLst>
        </pc:spChg>
      </pc:sldChg>
      <pc:sldChg chg="modSp mod modNotesTx">
        <pc:chgData name="Carrington, Ben" userId="1130aac0-c87a-4916-9ba1-bee1bba910c3" providerId="ADAL" clId="{7C71596E-2AEC-5E4B-8E74-082C8D1DE87C}" dt="2024-05-21T14:36:29.772" v="117" actId="20577"/>
        <pc:sldMkLst>
          <pc:docMk/>
          <pc:sldMk cId="0" sldId="281"/>
        </pc:sldMkLst>
        <pc:spChg chg="mod">
          <ac:chgData name="Carrington, Ben" userId="1130aac0-c87a-4916-9ba1-bee1bba910c3" providerId="ADAL" clId="{7C71596E-2AEC-5E4B-8E74-082C8D1DE87C}" dt="2024-05-21T14:35:31.759" v="115" actId="20577"/>
          <ac:spMkLst>
            <pc:docMk/>
            <pc:sldMk cId="0" sldId="281"/>
            <ac:spMk id="210" creationId="{00000000-0000-0000-0000-000000000000}"/>
          </ac:spMkLst>
        </pc:spChg>
      </pc:sldChg>
      <pc:sldChg chg="modNotesTx">
        <pc:chgData name="Carrington, Ben" userId="1130aac0-c87a-4916-9ba1-bee1bba910c3" providerId="ADAL" clId="{7C71596E-2AEC-5E4B-8E74-082C8D1DE87C}" dt="2024-05-21T14:36:36.689" v="119" actId="20577"/>
        <pc:sldMkLst>
          <pc:docMk/>
          <pc:sldMk cId="0" sldId="282"/>
        </pc:sldMkLst>
      </pc:sldChg>
      <pc:sldChg chg="modSp mod">
        <pc:chgData name="Carrington, Ben" userId="1130aac0-c87a-4916-9ba1-bee1bba910c3" providerId="ADAL" clId="{7C71596E-2AEC-5E4B-8E74-082C8D1DE87C}" dt="2024-05-21T14:37:04.739" v="128" actId="313"/>
        <pc:sldMkLst>
          <pc:docMk/>
          <pc:sldMk cId="0" sldId="283"/>
        </pc:sldMkLst>
        <pc:spChg chg="mod">
          <ac:chgData name="Carrington, Ben" userId="1130aac0-c87a-4916-9ba1-bee1bba910c3" providerId="ADAL" clId="{7C71596E-2AEC-5E4B-8E74-082C8D1DE87C}" dt="2024-05-21T14:37:04.739" v="128" actId="313"/>
          <ac:spMkLst>
            <pc:docMk/>
            <pc:sldMk cId="0" sldId="283"/>
            <ac:spMk id="223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5-21T14:43:03.648" v="137" actId="313"/>
        <pc:sldMkLst>
          <pc:docMk/>
          <pc:sldMk cId="0" sldId="286"/>
        </pc:sldMkLst>
        <pc:spChg chg="mod">
          <ac:chgData name="Carrington, Ben" userId="1130aac0-c87a-4916-9ba1-bee1bba910c3" providerId="ADAL" clId="{7C71596E-2AEC-5E4B-8E74-082C8D1DE87C}" dt="2024-05-21T14:43:03.648" v="137" actId="313"/>
          <ac:spMkLst>
            <pc:docMk/>
            <pc:sldMk cId="0" sldId="286"/>
            <ac:spMk id="242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18" v="8" actId="27636"/>
        <pc:sldMkLst>
          <pc:docMk/>
          <pc:sldMk cId="0" sldId="288"/>
        </pc:sldMkLst>
        <pc:spChg chg="mod">
          <ac:chgData name="Carrington, Ben" userId="1130aac0-c87a-4916-9ba1-bee1bba910c3" providerId="ADAL" clId="{7C71596E-2AEC-5E4B-8E74-082C8D1DE87C}" dt="2024-04-29T07:44:09.618" v="8" actId="27636"/>
          <ac:spMkLst>
            <pc:docMk/>
            <pc:sldMk cId="0" sldId="288"/>
            <ac:spMk id="254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5-21T14:43:29.377" v="139" actId="20577"/>
        <pc:sldMkLst>
          <pc:docMk/>
          <pc:sldMk cId="0" sldId="289"/>
        </pc:sldMkLst>
        <pc:spChg chg="mod">
          <ac:chgData name="Carrington, Ben" userId="1130aac0-c87a-4916-9ba1-bee1bba910c3" providerId="ADAL" clId="{7C71596E-2AEC-5E4B-8E74-082C8D1DE87C}" dt="2024-05-21T14:43:29.377" v="139" actId="20577"/>
          <ac:spMkLst>
            <pc:docMk/>
            <pc:sldMk cId="0" sldId="289"/>
            <ac:spMk id="260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23" v="9" actId="27636"/>
        <pc:sldMkLst>
          <pc:docMk/>
          <pc:sldMk cId="0" sldId="290"/>
        </pc:sldMkLst>
        <pc:spChg chg="mod">
          <ac:chgData name="Carrington, Ben" userId="1130aac0-c87a-4916-9ba1-bee1bba910c3" providerId="ADAL" clId="{7C71596E-2AEC-5E4B-8E74-082C8D1DE87C}" dt="2024-04-29T07:44:09.623" v="9" actId="27636"/>
          <ac:spMkLst>
            <pc:docMk/>
            <pc:sldMk cId="0" sldId="290"/>
            <ac:spMk id="266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5-21T14:44:11.566" v="148" actId="20577"/>
        <pc:sldMkLst>
          <pc:docMk/>
          <pc:sldMk cId="0" sldId="291"/>
        </pc:sldMkLst>
        <pc:spChg chg="mod">
          <ac:chgData name="Carrington, Ben" userId="1130aac0-c87a-4916-9ba1-bee1bba910c3" providerId="ADAL" clId="{7C71596E-2AEC-5E4B-8E74-082C8D1DE87C}" dt="2024-05-21T14:44:11.566" v="148" actId="20577"/>
          <ac:spMkLst>
            <pc:docMk/>
            <pc:sldMk cId="0" sldId="291"/>
            <ac:spMk id="272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5-21T14:53:34.329" v="156" actId="313"/>
        <pc:sldMkLst>
          <pc:docMk/>
          <pc:sldMk cId="0" sldId="294"/>
        </pc:sldMkLst>
        <pc:spChg chg="mod">
          <ac:chgData name="Carrington, Ben" userId="1130aac0-c87a-4916-9ba1-bee1bba910c3" providerId="ADAL" clId="{7C71596E-2AEC-5E4B-8E74-082C8D1DE87C}" dt="2024-05-21T14:53:34.329" v="156" actId="313"/>
          <ac:spMkLst>
            <pc:docMk/>
            <pc:sldMk cId="0" sldId="294"/>
            <ac:spMk id="290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5-21T14:55:49.708" v="164" actId="313"/>
        <pc:sldMkLst>
          <pc:docMk/>
          <pc:sldMk cId="0" sldId="297"/>
        </pc:sldMkLst>
        <pc:spChg chg="mod">
          <ac:chgData name="Carrington, Ben" userId="1130aac0-c87a-4916-9ba1-bee1bba910c3" providerId="ADAL" clId="{7C71596E-2AEC-5E4B-8E74-082C8D1DE87C}" dt="2024-05-21T14:55:49.708" v="164" actId="313"/>
          <ac:spMkLst>
            <pc:docMk/>
            <pc:sldMk cId="0" sldId="297"/>
            <ac:spMk id="308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34" v="10" actId="27636"/>
        <pc:sldMkLst>
          <pc:docMk/>
          <pc:sldMk cId="0" sldId="298"/>
        </pc:sldMkLst>
        <pc:spChg chg="mod">
          <ac:chgData name="Carrington, Ben" userId="1130aac0-c87a-4916-9ba1-bee1bba910c3" providerId="ADAL" clId="{7C71596E-2AEC-5E4B-8E74-082C8D1DE87C}" dt="2024-04-29T07:44:09.634" v="10" actId="27636"/>
          <ac:spMkLst>
            <pc:docMk/>
            <pc:sldMk cId="0" sldId="298"/>
            <ac:spMk id="314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5-21T14:57:12.765" v="172" actId="313"/>
        <pc:sldMkLst>
          <pc:docMk/>
          <pc:sldMk cId="0" sldId="299"/>
        </pc:sldMkLst>
        <pc:spChg chg="mod">
          <ac:chgData name="Carrington, Ben" userId="1130aac0-c87a-4916-9ba1-bee1bba910c3" providerId="ADAL" clId="{7C71596E-2AEC-5E4B-8E74-082C8D1DE87C}" dt="2024-05-21T14:57:12.765" v="172" actId="313"/>
          <ac:spMkLst>
            <pc:docMk/>
            <pc:sldMk cId="0" sldId="299"/>
            <ac:spMk id="320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41" v="11" actId="27636"/>
        <pc:sldMkLst>
          <pc:docMk/>
          <pc:sldMk cId="0" sldId="302"/>
        </pc:sldMkLst>
        <pc:spChg chg="mod">
          <ac:chgData name="Carrington, Ben" userId="1130aac0-c87a-4916-9ba1-bee1bba910c3" providerId="ADAL" clId="{7C71596E-2AEC-5E4B-8E74-082C8D1DE87C}" dt="2024-04-29T07:44:09.641" v="11" actId="27636"/>
          <ac:spMkLst>
            <pc:docMk/>
            <pc:sldMk cId="0" sldId="302"/>
            <ac:spMk id="338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51" v="12" actId="27636"/>
        <pc:sldMkLst>
          <pc:docMk/>
          <pc:sldMk cId="0" sldId="305"/>
        </pc:sldMkLst>
        <pc:spChg chg="mod">
          <ac:chgData name="Carrington, Ben" userId="1130aac0-c87a-4916-9ba1-bee1bba910c3" providerId="ADAL" clId="{7C71596E-2AEC-5E4B-8E74-082C8D1DE87C}" dt="2024-04-29T07:44:09.651" v="12" actId="27636"/>
          <ac:spMkLst>
            <pc:docMk/>
            <pc:sldMk cId="0" sldId="305"/>
            <ac:spMk id="357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60" v="13" actId="27636"/>
        <pc:sldMkLst>
          <pc:docMk/>
          <pc:sldMk cId="0" sldId="310"/>
        </pc:sldMkLst>
        <pc:spChg chg="mod">
          <ac:chgData name="Carrington, Ben" userId="1130aac0-c87a-4916-9ba1-bee1bba910c3" providerId="ADAL" clId="{7C71596E-2AEC-5E4B-8E74-082C8D1DE87C}" dt="2024-04-29T07:44:09.660" v="13" actId="27636"/>
          <ac:spMkLst>
            <pc:docMk/>
            <pc:sldMk cId="0" sldId="310"/>
            <ac:spMk id="387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66" v="14" actId="27636"/>
        <pc:sldMkLst>
          <pc:docMk/>
          <pc:sldMk cId="0" sldId="311"/>
        </pc:sldMkLst>
        <pc:spChg chg="mod">
          <ac:chgData name="Carrington, Ben" userId="1130aac0-c87a-4916-9ba1-bee1bba910c3" providerId="ADAL" clId="{7C71596E-2AEC-5E4B-8E74-082C8D1DE87C}" dt="2024-04-29T07:44:09.666" v="14" actId="27636"/>
          <ac:spMkLst>
            <pc:docMk/>
            <pc:sldMk cId="0" sldId="311"/>
            <ac:spMk id="393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72" v="15" actId="27636"/>
        <pc:sldMkLst>
          <pc:docMk/>
          <pc:sldMk cId="0" sldId="315"/>
        </pc:sldMkLst>
        <pc:spChg chg="mod">
          <ac:chgData name="Carrington, Ben" userId="1130aac0-c87a-4916-9ba1-bee1bba910c3" providerId="ADAL" clId="{7C71596E-2AEC-5E4B-8E74-082C8D1DE87C}" dt="2024-04-29T07:44:09.672" v="15" actId="27636"/>
          <ac:spMkLst>
            <pc:docMk/>
            <pc:sldMk cId="0" sldId="315"/>
            <ac:spMk id="417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86" v="16" actId="27636"/>
        <pc:sldMkLst>
          <pc:docMk/>
          <pc:sldMk cId="0" sldId="320"/>
        </pc:sldMkLst>
        <pc:spChg chg="mod">
          <ac:chgData name="Carrington, Ben" userId="1130aac0-c87a-4916-9ba1-bee1bba910c3" providerId="ADAL" clId="{7C71596E-2AEC-5E4B-8E74-082C8D1DE87C}" dt="2024-04-29T07:44:09.686" v="16" actId="27636"/>
          <ac:spMkLst>
            <pc:docMk/>
            <pc:sldMk cId="0" sldId="320"/>
            <ac:spMk id="447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5-22T14:28:04.653" v="188" actId="20577"/>
        <pc:sldMkLst>
          <pc:docMk/>
          <pc:sldMk cId="0" sldId="322"/>
        </pc:sldMkLst>
        <pc:spChg chg="mod">
          <ac:chgData name="Carrington, Ben" userId="1130aac0-c87a-4916-9ba1-bee1bba910c3" providerId="ADAL" clId="{7C71596E-2AEC-5E4B-8E74-082C8D1DE87C}" dt="2024-05-22T14:28:04.653" v="188" actId="20577"/>
          <ac:spMkLst>
            <pc:docMk/>
            <pc:sldMk cId="0" sldId="322"/>
            <ac:spMk id="459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99" v="17" actId="27636"/>
        <pc:sldMkLst>
          <pc:docMk/>
          <pc:sldMk cId="0" sldId="327"/>
        </pc:sldMkLst>
        <pc:spChg chg="mod">
          <ac:chgData name="Carrington, Ben" userId="1130aac0-c87a-4916-9ba1-bee1bba910c3" providerId="ADAL" clId="{7C71596E-2AEC-5E4B-8E74-082C8D1DE87C}" dt="2024-04-29T07:44:09.699" v="17" actId="27636"/>
          <ac:spMkLst>
            <pc:docMk/>
            <pc:sldMk cId="0" sldId="327"/>
            <ac:spMk id="490" creationId="{00000000-0000-0000-0000-000000000000}"/>
          </ac:spMkLst>
        </pc:spChg>
      </pc:sldChg>
      <pc:sldChg chg="modSp add mod">
        <pc:chgData name="Carrington, Ben" userId="1130aac0-c87a-4916-9ba1-bee1bba910c3" providerId="ADAL" clId="{7C71596E-2AEC-5E4B-8E74-082C8D1DE87C}" dt="2024-04-29T07:56:43.760" v="84"/>
        <pc:sldMkLst>
          <pc:docMk/>
          <pc:sldMk cId="0" sldId="330"/>
        </pc:sldMkLst>
        <pc:spChg chg="mod">
          <ac:chgData name="Carrington, Ben" userId="1130aac0-c87a-4916-9ba1-bee1bba910c3" providerId="ADAL" clId="{7C71596E-2AEC-5E4B-8E74-082C8D1DE87C}" dt="2024-04-29T07:56:38.712" v="83"/>
          <ac:spMkLst>
            <pc:docMk/>
            <pc:sldMk cId="0" sldId="330"/>
            <ac:spMk id="16" creationId="{20EEA392-9CDB-FD28-FEB1-86DD0F5CD0B9}"/>
          </ac:spMkLst>
        </pc:spChg>
        <pc:spChg chg="mod">
          <ac:chgData name="Carrington, Ben" userId="1130aac0-c87a-4916-9ba1-bee1bba910c3" providerId="ADAL" clId="{7C71596E-2AEC-5E4B-8E74-082C8D1DE87C}" dt="2024-04-29T07:56:43.760" v="84"/>
          <ac:spMkLst>
            <pc:docMk/>
            <pc:sldMk cId="0" sldId="330"/>
            <ac:spMk id="55" creationId="{00000000-0000-0000-0000-000000000000}"/>
          </ac:spMkLst>
        </pc:spChg>
      </pc:sldChg>
      <pc:sldMasterChg chg="addSp modSp mod setBg modSldLayout">
        <pc:chgData name="Carrington, Ben" userId="1130aac0-c87a-4916-9ba1-bee1bba910c3" providerId="ADAL" clId="{7C71596E-2AEC-5E4B-8E74-082C8D1DE87C}" dt="2024-04-29T07:52:10.722" v="76" actId="1076"/>
        <pc:sldMasterMkLst>
          <pc:docMk/>
          <pc:sldMasterMk cId="0" sldId="2147483659"/>
        </pc:sldMasterMkLst>
        <pc:spChg chg="mod">
          <ac:chgData name="Carrington, Ben" userId="1130aac0-c87a-4916-9ba1-bee1bba910c3" providerId="ADAL" clId="{7C71596E-2AEC-5E4B-8E74-082C8D1DE87C}" dt="2024-04-29T07:46:40.710" v="20" actId="20577"/>
          <ac:spMkLst>
            <pc:docMk/>
            <pc:sldMasterMk cId="0" sldId="2147483659"/>
            <ac:spMk id="6" creationId="{00000000-0000-0000-0000-000000000000}"/>
          </ac:spMkLst>
        </pc:spChg>
        <pc:picChg chg="add mod">
          <ac:chgData name="Carrington, Ben" userId="1130aac0-c87a-4916-9ba1-bee1bba910c3" providerId="ADAL" clId="{7C71596E-2AEC-5E4B-8E74-082C8D1DE87C}" dt="2024-04-29T07:52:10.722" v="76" actId="1076"/>
          <ac:picMkLst>
            <pc:docMk/>
            <pc:sldMasterMk cId="0" sldId="2147483659"/>
            <ac:picMk id="2050" creationId="{9F9B465D-0BEB-7236-749C-1CBF6D472F02}"/>
          </ac:picMkLst>
        </pc:picChg>
        <pc:sldLayoutChg chg="setBg">
          <pc:chgData name="Carrington, Ben" userId="1130aac0-c87a-4916-9ba1-bee1bba910c3" providerId="ADAL" clId="{7C71596E-2AEC-5E4B-8E74-082C8D1DE87C}" dt="2024-04-29T07:51:28.957" v="71"/>
          <pc:sldLayoutMkLst>
            <pc:docMk/>
            <pc:sldMasterMk cId="0" sldId="2147483659"/>
            <pc:sldLayoutMk cId="0" sldId="2147483648"/>
          </pc:sldLayoutMkLst>
        </pc:sldLayoutChg>
      </pc:sldMasterChg>
    </pc:docChg>
  </pc:docChgLst>
  <pc:docChgLst>
    <pc:chgData name="Carrington, Ben" userId="S::ben.a.carrington@capgemini.com::1130aac0-c87a-4916-9ba1-bee1bba910c3" providerId="AD" clId="Web-{B1D008AF-0C93-B270-AC46-9819A8E5AE60}"/>
    <pc:docChg chg="modSld">
      <pc:chgData name="Carrington, Ben" userId="S::ben.a.carrington@capgemini.com::1130aac0-c87a-4916-9ba1-bee1bba910c3" providerId="AD" clId="Web-{B1D008AF-0C93-B270-AC46-9819A8E5AE60}" dt="2024-04-29T15:57:21.255" v="10" actId="20577"/>
      <pc:docMkLst>
        <pc:docMk/>
      </pc:docMkLst>
      <pc:sldChg chg="modSp">
        <pc:chgData name="Carrington, Ben" userId="S::ben.a.carrington@capgemini.com::1130aac0-c87a-4916-9ba1-bee1bba910c3" providerId="AD" clId="Web-{B1D008AF-0C93-B270-AC46-9819A8E5AE60}" dt="2024-04-29T15:40:11.726" v="4" actId="20577"/>
        <pc:sldMkLst>
          <pc:docMk/>
          <pc:sldMk cId="0" sldId="265"/>
        </pc:sldMkLst>
        <pc:spChg chg="mod">
          <ac:chgData name="Carrington, Ben" userId="S::ben.a.carrington@capgemini.com::1130aac0-c87a-4916-9ba1-bee1bba910c3" providerId="AD" clId="Web-{B1D008AF-0C93-B270-AC46-9819A8E5AE60}" dt="2024-04-29T15:40:11.726" v="4" actId="20577"/>
          <ac:spMkLst>
            <pc:docMk/>
            <pc:sldMk cId="0" sldId="265"/>
            <ac:spMk id="113" creationId="{00000000-0000-0000-0000-000000000000}"/>
          </ac:spMkLst>
        </pc:spChg>
      </pc:sldChg>
      <pc:sldChg chg="modSp">
        <pc:chgData name="Carrington, Ben" userId="S::ben.a.carrington@capgemini.com::1130aac0-c87a-4916-9ba1-bee1bba910c3" providerId="AD" clId="Web-{B1D008AF-0C93-B270-AC46-9819A8E5AE60}" dt="2024-04-29T15:55:09.659" v="6" actId="20577"/>
        <pc:sldMkLst>
          <pc:docMk/>
          <pc:sldMk cId="0" sldId="269"/>
        </pc:sldMkLst>
        <pc:spChg chg="mod">
          <ac:chgData name="Carrington, Ben" userId="S::ben.a.carrington@capgemini.com::1130aac0-c87a-4916-9ba1-bee1bba910c3" providerId="AD" clId="Web-{B1D008AF-0C93-B270-AC46-9819A8E5AE60}" dt="2024-04-29T15:55:09.659" v="6" actId="20577"/>
          <ac:spMkLst>
            <pc:docMk/>
            <pc:sldMk cId="0" sldId="269"/>
            <ac:spMk id="137" creationId="{00000000-0000-0000-0000-000000000000}"/>
          </ac:spMkLst>
        </pc:spChg>
      </pc:sldChg>
      <pc:sldChg chg="modSp">
        <pc:chgData name="Carrington, Ben" userId="S::ben.a.carrington@capgemini.com::1130aac0-c87a-4916-9ba1-bee1bba910c3" providerId="AD" clId="Web-{B1D008AF-0C93-B270-AC46-9819A8E5AE60}" dt="2024-04-29T15:57:21.255" v="10" actId="20577"/>
        <pc:sldMkLst>
          <pc:docMk/>
          <pc:sldMk cId="0" sldId="275"/>
        </pc:sldMkLst>
        <pc:spChg chg="mod">
          <ac:chgData name="Carrington, Ben" userId="S::ben.a.carrington@capgemini.com::1130aac0-c87a-4916-9ba1-bee1bba910c3" providerId="AD" clId="Web-{B1D008AF-0C93-B270-AC46-9819A8E5AE60}" dt="2024-04-29T15:57:21.255" v="10" actId="20577"/>
          <ac:spMkLst>
            <pc:docMk/>
            <pc:sldMk cId="0" sldId="275"/>
            <ac:spMk id="17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89AE60C1-78DA-11F8-7901-E6D3846E3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>
            <a:extLst>
              <a:ext uri="{FF2B5EF4-FFF2-40B4-BE49-F238E27FC236}">
                <a16:creationId xmlns:a16="http://schemas.microsoft.com/office/drawing/2014/main" id="{1C4FFA43-94E7-0DBC-0E92-B9D5992E0A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>
            <a:extLst>
              <a:ext uri="{FF2B5EF4-FFF2-40B4-BE49-F238E27FC236}">
                <a16:creationId xmlns:a16="http://schemas.microsoft.com/office/drawing/2014/main" id="{05DC5ED5-0011-8ADA-C52A-CD0E0476DB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60709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Mention that, for now, ours are going to be in the “current” module, so the module name an disappear for the general form.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579346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F1E8F8D3-CDE0-D3F4-62B1-AA09D3012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>
            <a:extLst>
              <a:ext uri="{FF2B5EF4-FFF2-40B4-BE49-F238E27FC236}">
                <a16:creationId xmlns:a16="http://schemas.microsoft.com/office/drawing/2014/main" id="{16E6AC95-799F-CB54-C40F-99B89B2948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>
            <a:extLst>
              <a:ext uri="{FF2B5EF4-FFF2-40B4-BE49-F238E27FC236}">
                <a16:creationId xmlns:a16="http://schemas.microsoft.com/office/drawing/2014/main" id="{5D711840-E662-84E4-33FE-337AC397B8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Mention that, for now, ours are going to be in the “current” module, so the module name an disappear for the general form.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614217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89844AC8-22C1-EC53-1891-1331BE5F0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>
            <a:extLst>
              <a:ext uri="{FF2B5EF4-FFF2-40B4-BE49-F238E27FC236}">
                <a16:creationId xmlns:a16="http://schemas.microsoft.com/office/drawing/2014/main" id="{6016A12F-AD5F-4712-3B7D-E704B7FC84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>
            <a:extLst>
              <a:ext uri="{FF2B5EF4-FFF2-40B4-BE49-F238E27FC236}">
                <a16:creationId xmlns:a16="http://schemas.microsoft.com/office/drawing/2014/main" id="{549CB0B7-9324-A371-368D-402295C76A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633755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E3B74F8E-7531-07C7-28DB-2BBEAE2A3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>
            <a:extLst>
              <a:ext uri="{FF2B5EF4-FFF2-40B4-BE49-F238E27FC236}">
                <a16:creationId xmlns:a16="http://schemas.microsoft.com/office/drawing/2014/main" id="{609C9EC1-774D-9CEF-316E-98F5C66A14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>
            <a:extLst>
              <a:ext uri="{FF2B5EF4-FFF2-40B4-BE49-F238E27FC236}">
                <a16:creationId xmlns:a16="http://schemas.microsoft.com/office/drawing/2014/main" id="{DA64718F-CB59-5EAB-5910-A5495DC99E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039903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29A108DC-3577-82E5-BBEA-B91318E0D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>
            <a:extLst>
              <a:ext uri="{FF2B5EF4-FFF2-40B4-BE49-F238E27FC236}">
                <a16:creationId xmlns:a16="http://schemas.microsoft.com/office/drawing/2014/main" id="{CDE94E39-5895-D53B-DB55-90F10F47EA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>
            <a:extLst>
              <a:ext uri="{FF2B5EF4-FFF2-40B4-BE49-F238E27FC236}">
                <a16:creationId xmlns:a16="http://schemas.microsoft.com/office/drawing/2014/main" id="{E389B5DC-D97A-2AFE-610C-1F4FA09CD4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215034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C9D536C7-A4EE-8E86-D463-55C9E1C0E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>
            <a:extLst>
              <a:ext uri="{FF2B5EF4-FFF2-40B4-BE49-F238E27FC236}">
                <a16:creationId xmlns:a16="http://schemas.microsoft.com/office/drawing/2014/main" id="{2B66225A-04BE-C0CF-2C45-866B8C5E45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>
            <a:extLst>
              <a:ext uri="{FF2B5EF4-FFF2-40B4-BE49-F238E27FC236}">
                <a16:creationId xmlns:a16="http://schemas.microsoft.com/office/drawing/2014/main" id="{F485F9D4-9BF7-47D3-94C3-B94984E829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483913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242BCA9D-7B5A-A8FB-65C9-30DF39025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>
            <a:extLst>
              <a:ext uri="{FF2B5EF4-FFF2-40B4-BE49-F238E27FC236}">
                <a16:creationId xmlns:a16="http://schemas.microsoft.com/office/drawing/2014/main" id="{7D6EBC6D-92D9-F447-B50A-5F7649F30E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>
            <a:extLst>
              <a:ext uri="{FF2B5EF4-FFF2-40B4-BE49-F238E27FC236}">
                <a16:creationId xmlns:a16="http://schemas.microsoft.com/office/drawing/2014/main" id="{7ED9327E-9603-6CC3-8DDB-EB82584A48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20854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4E75BED8-87FD-E736-9E6B-833A5E8BB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8CB3D7E7-FCE1-BE0B-0A28-331140C3E4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20375DBD-1CC7-F617-401C-A66A561F2C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63979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7EBA0F77-9172-3535-7F34-3BA29EB83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>
            <a:extLst>
              <a:ext uri="{FF2B5EF4-FFF2-40B4-BE49-F238E27FC236}">
                <a16:creationId xmlns:a16="http://schemas.microsoft.com/office/drawing/2014/main" id="{08B31A8D-5096-E24D-33DF-A82B65C9C7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>
            <a:extLst>
              <a:ext uri="{FF2B5EF4-FFF2-40B4-BE49-F238E27FC236}">
                <a16:creationId xmlns:a16="http://schemas.microsoft.com/office/drawing/2014/main" id="{43B06316-1403-6168-E825-8B61C76057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14885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E044857B-4246-CBC6-E04E-D00897216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>
            <a:extLst>
              <a:ext uri="{FF2B5EF4-FFF2-40B4-BE49-F238E27FC236}">
                <a16:creationId xmlns:a16="http://schemas.microsoft.com/office/drawing/2014/main" id="{B6CBD8A2-21A1-2A5D-A4D4-D440DFD066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>
            <a:extLst>
              <a:ext uri="{FF2B5EF4-FFF2-40B4-BE49-F238E27FC236}">
                <a16:creationId xmlns:a16="http://schemas.microsoft.com/office/drawing/2014/main" id="{E54047A0-E05A-ACCB-EA88-0BAC2DEB2B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06230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5437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CE5249F2-9A8D-7453-CE5A-BE3879ECA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>
            <a:extLst>
              <a:ext uri="{FF2B5EF4-FFF2-40B4-BE49-F238E27FC236}">
                <a16:creationId xmlns:a16="http://schemas.microsoft.com/office/drawing/2014/main" id="{02395E0A-624D-45F2-3A84-7F0612E5CF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>
            <a:extLst>
              <a:ext uri="{FF2B5EF4-FFF2-40B4-BE49-F238E27FC236}">
                <a16:creationId xmlns:a16="http://schemas.microsoft.com/office/drawing/2014/main" id="{C0E52005-3A04-2911-2326-0B35B9693F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20985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3D6101A0-D85B-E048-3885-6F89FA215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>
            <a:extLst>
              <a:ext uri="{FF2B5EF4-FFF2-40B4-BE49-F238E27FC236}">
                <a16:creationId xmlns:a16="http://schemas.microsoft.com/office/drawing/2014/main" id="{07DE0338-822F-78C6-9F73-2966392C9B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>
            <a:extLst>
              <a:ext uri="{FF2B5EF4-FFF2-40B4-BE49-F238E27FC236}">
                <a16:creationId xmlns:a16="http://schemas.microsoft.com/office/drawing/2014/main" id="{351CA05C-1521-2BA6-A341-34602C0F4F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0802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60169F84-57C1-BEE7-3463-403BB53CD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>
            <a:extLst>
              <a:ext uri="{FF2B5EF4-FFF2-40B4-BE49-F238E27FC236}">
                <a16:creationId xmlns:a16="http://schemas.microsoft.com/office/drawing/2014/main" id="{1B6811C1-D40B-01BE-DEF0-C88EF52AD7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>
            <a:extLst>
              <a:ext uri="{FF2B5EF4-FFF2-40B4-BE49-F238E27FC236}">
                <a16:creationId xmlns:a16="http://schemas.microsoft.com/office/drawing/2014/main" id="{F2FF5781-9AC1-49C8-DBD5-082C347B28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20554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D87B0A42-E7C5-46E1-FE5B-131BF5EC8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>
            <a:extLst>
              <a:ext uri="{FF2B5EF4-FFF2-40B4-BE49-F238E27FC236}">
                <a16:creationId xmlns:a16="http://schemas.microsoft.com/office/drawing/2014/main" id="{0E6C268E-9EDD-ADF6-825E-683BA93A41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>
            <a:extLst>
              <a:ext uri="{FF2B5EF4-FFF2-40B4-BE49-F238E27FC236}">
                <a16:creationId xmlns:a16="http://schemas.microsoft.com/office/drawing/2014/main" id="{3517A93F-A0D1-117A-4C52-B7FB8CACDD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36419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D6D31E6B-C378-7502-E241-994FBDA45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>
            <a:extLst>
              <a:ext uri="{FF2B5EF4-FFF2-40B4-BE49-F238E27FC236}">
                <a16:creationId xmlns:a16="http://schemas.microsoft.com/office/drawing/2014/main" id="{52D2BD8F-C9EE-7185-1D6E-ACD634BA06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>
            <a:extLst>
              <a:ext uri="{FF2B5EF4-FFF2-40B4-BE49-F238E27FC236}">
                <a16:creationId xmlns:a16="http://schemas.microsoft.com/office/drawing/2014/main" id="{DDD3ED71-1C97-57A7-9B7B-550D8D1E61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5572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solidFill>
          <a:srgbClr val="0E0D0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0E0D0E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rgbClr val="0E0D0E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rgbClr val="0E0D0E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rgbClr val="0E0D0E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0E0D0E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0E0D0E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rgbClr val="0E0D0E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rgbClr val="0E0D0E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rgbClr val="0E0D0E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0E0D0E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rgbClr val="2A133C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50" name="Picture 2" descr="Capgemini Logo Logo and symbol, meaning, history, PNG">
            <a:extLst>
              <a:ext uri="{FF2B5EF4-FFF2-40B4-BE49-F238E27FC236}">
                <a16:creationId xmlns:a16="http://schemas.microsoft.com/office/drawing/2014/main" id="{9F9B465D-0BEB-7236-749C-1CBF6D472F0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50" y="4711750"/>
            <a:ext cx="548700" cy="345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ichyhbm.co.uk/posts/method-overloading-in-go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5">
            <a:extLst>
              <a:ext uri="{FF2B5EF4-FFF2-40B4-BE49-F238E27FC236}">
                <a16:creationId xmlns:a16="http://schemas.microsoft.com/office/drawing/2014/main" id="{71561F12-EC23-EA1F-40F3-4D199932EBEB}"/>
              </a:ext>
            </a:extLst>
          </p:cNvPr>
          <p:cNvSpPr/>
          <p:nvPr/>
        </p:nvSpPr>
        <p:spPr>
          <a:xfrm>
            <a:off x="-1" y="0"/>
            <a:ext cx="9144000" cy="5143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12756" y="21600"/>
                </a:lnTo>
                <a:lnTo>
                  <a:pt x="12726" y="21590"/>
                </a:lnTo>
                <a:lnTo>
                  <a:pt x="12695" y="21570"/>
                </a:lnTo>
                <a:lnTo>
                  <a:pt x="12671" y="21540"/>
                </a:lnTo>
                <a:lnTo>
                  <a:pt x="10800" y="19030"/>
                </a:lnTo>
                <a:lnTo>
                  <a:pt x="10634" y="18800"/>
                </a:lnTo>
                <a:lnTo>
                  <a:pt x="10475" y="18570"/>
                </a:lnTo>
                <a:lnTo>
                  <a:pt x="10591" y="18200"/>
                </a:lnTo>
                <a:lnTo>
                  <a:pt x="10708" y="17840"/>
                </a:lnTo>
                <a:lnTo>
                  <a:pt x="10800" y="17520"/>
                </a:lnTo>
                <a:lnTo>
                  <a:pt x="10892" y="17210"/>
                </a:lnTo>
                <a:lnTo>
                  <a:pt x="10972" y="16890"/>
                </a:lnTo>
                <a:lnTo>
                  <a:pt x="11039" y="16570"/>
                </a:lnTo>
                <a:lnTo>
                  <a:pt x="11107" y="16240"/>
                </a:lnTo>
                <a:lnTo>
                  <a:pt x="11156" y="15910"/>
                </a:lnTo>
                <a:lnTo>
                  <a:pt x="11199" y="15580"/>
                </a:lnTo>
                <a:lnTo>
                  <a:pt x="11235" y="15230"/>
                </a:lnTo>
                <a:lnTo>
                  <a:pt x="11248" y="15030"/>
                </a:lnTo>
                <a:lnTo>
                  <a:pt x="11254" y="14820"/>
                </a:lnTo>
                <a:lnTo>
                  <a:pt x="11254" y="14420"/>
                </a:lnTo>
                <a:lnTo>
                  <a:pt x="11242" y="14220"/>
                </a:lnTo>
                <a:lnTo>
                  <a:pt x="11229" y="14010"/>
                </a:lnTo>
                <a:lnTo>
                  <a:pt x="11211" y="13810"/>
                </a:lnTo>
                <a:lnTo>
                  <a:pt x="11186" y="13610"/>
                </a:lnTo>
                <a:lnTo>
                  <a:pt x="11137" y="13330"/>
                </a:lnTo>
                <a:lnTo>
                  <a:pt x="11076" y="13060"/>
                </a:lnTo>
                <a:lnTo>
                  <a:pt x="11009" y="12800"/>
                </a:lnTo>
                <a:lnTo>
                  <a:pt x="10929" y="12540"/>
                </a:lnTo>
                <a:lnTo>
                  <a:pt x="10843" y="12300"/>
                </a:lnTo>
                <a:lnTo>
                  <a:pt x="10745" y="12060"/>
                </a:lnTo>
                <a:lnTo>
                  <a:pt x="10641" y="11830"/>
                </a:lnTo>
                <a:lnTo>
                  <a:pt x="10530" y="11610"/>
                </a:lnTo>
                <a:lnTo>
                  <a:pt x="10389" y="11350"/>
                </a:lnTo>
                <a:lnTo>
                  <a:pt x="10236" y="11100"/>
                </a:lnTo>
                <a:lnTo>
                  <a:pt x="10082" y="10870"/>
                </a:lnTo>
                <a:lnTo>
                  <a:pt x="9923" y="10650"/>
                </a:lnTo>
                <a:lnTo>
                  <a:pt x="9757" y="10430"/>
                </a:lnTo>
                <a:lnTo>
                  <a:pt x="9414" y="10030"/>
                </a:lnTo>
                <a:lnTo>
                  <a:pt x="9236" y="9830"/>
                </a:lnTo>
                <a:lnTo>
                  <a:pt x="8991" y="9580"/>
                </a:lnTo>
                <a:lnTo>
                  <a:pt x="8739" y="9330"/>
                </a:lnTo>
                <a:lnTo>
                  <a:pt x="8482" y="9090"/>
                </a:lnTo>
                <a:lnTo>
                  <a:pt x="8224" y="8860"/>
                </a:lnTo>
                <a:lnTo>
                  <a:pt x="7967" y="8640"/>
                </a:lnTo>
                <a:lnTo>
                  <a:pt x="7175" y="8010"/>
                </a:lnTo>
                <a:lnTo>
                  <a:pt x="6740" y="7680"/>
                </a:lnTo>
                <a:lnTo>
                  <a:pt x="6305" y="7360"/>
                </a:lnTo>
                <a:lnTo>
                  <a:pt x="5434" y="6740"/>
                </a:lnTo>
                <a:lnTo>
                  <a:pt x="4557" y="6130"/>
                </a:lnTo>
                <a:lnTo>
                  <a:pt x="3680" y="5530"/>
                </a:lnTo>
                <a:lnTo>
                  <a:pt x="3177" y="5170"/>
                </a:lnTo>
                <a:lnTo>
                  <a:pt x="2925" y="4970"/>
                </a:lnTo>
                <a:lnTo>
                  <a:pt x="2686" y="4760"/>
                </a:lnTo>
                <a:lnTo>
                  <a:pt x="2447" y="4540"/>
                </a:lnTo>
                <a:lnTo>
                  <a:pt x="2208" y="4310"/>
                </a:lnTo>
                <a:lnTo>
                  <a:pt x="1981" y="4070"/>
                </a:lnTo>
                <a:lnTo>
                  <a:pt x="1754" y="3800"/>
                </a:lnTo>
                <a:lnTo>
                  <a:pt x="1558" y="3550"/>
                </a:lnTo>
                <a:lnTo>
                  <a:pt x="1374" y="3290"/>
                </a:lnTo>
                <a:lnTo>
                  <a:pt x="1190" y="3020"/>
                </a:lnTo>
                <a:lnTo>
                  <a:pt x="1018" y="2740"/>
                </a:lnTo>
                <a:lnTo>
                  <a:pt x="852" y="2440"/>
                </a:lnTo>
                <a:lnTo>
                  <a:pt x="699" y="2130"/>
                </a:lnTo>
                <a:lnTo>
                  <a:pt x="552" y="1800"/>
                </a:lnTo>
                <a:lnTo>
                  <a:pt x="417" y="1460"/>
                </a:lnTo>
                <a:lnTo>
                  <a:pt x="288" y="1110"/>
                </a:lnTo>
                <a:lnTo>
                  <a:pt x="178" y="750"/>
                </a:lnTo>
                <a:lnTo>
                  <a:pt x="129" y="570"/>
                </a:lnTo>
                <a:lnTo>
                  <a:pt x="0" y="0"/>
                </a:lnTo>
                <a:close/>
              </a:path>
            </a:pathLst>
          </a:custGeom>
          <a:solidFill>
            <a:srgbClr val="2A133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" name="Freeform 5">
            <a:extLst>
              <a:ext uri="{FF2B5EF4-FFF2-40B4-BE49-F238E27FC236}">
                <a16:creationId xmlns:a16="http://schemas.microsoft.com/office/drawing/2014/main" id="{1891DABC-68AD-3F46-E293-6F9D9D52B069}"/>
              </a:ext>
            </a:extLst>
          </p:cNvPr>
          <p:cNvSpPr/>
          <p:nvPr/>
        </p:nvSpPr>
        <p:spPr>
          <a:xfrm>
            <a:off x="1" y="0"/>
            <a:ext cx="9144000" cy="5143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12756" y="21600"/>
                </a:lnTo>
                <a:lnTo>
                  <a:pt x="12726" y="21590"/>
                </a:lnTo>
                <a:lnTo>
                  <a:pt x="12695" y="21570"/>
                </a:lnTo>
                <a:lnTo>
                  <a:pt x="12671" y="21540"/>
                </a:lnTo>
                <a:lnTo>
                  <a:pt x="10800" y="19030"/>
                </a:lnTo>
                <a:lnTo>
                  <a:pt x="10634" y="18800"/>
                </a:lnTo>
                <a:lnTo>
                  <a:pt x="10475" y="18570"/>
                </a:lnTo>
                <a:lnTo>
                  <a:pt x="10591" y="18200"/>
                </a:lnTo>
                <a:lnTo>
                  <a:pt x="10708" y="17840"/>
                </a:lnTo>
                <a:lnTo>
                  <a:pt x="10800" y="17520"/>
                </a:lnTo>
                <a:lnTo>
                  <a:pt x="10892" y="17210"/>
                </a:lnTo>
                <a:lnTo>
                  <a:pt x="10972" y="16890"/>
                </a:lnTo>
                <a:lnTo>
                  <a:pt x="11039" y="16570"/>
                </a:lnTo>
                <a:lnTo>
                  <a:pt x="11107" y="16240"/>
                </a:lnTo>
                <a:lnTo>
                  <a:pt x="11156" y="15910"/>
                </a:lnTo>
                <a:lnTo>
                  <a:pt x="11199" y="15580"/>
                </a:lnTo>
                <a:lnTo>
                  <a:pt x="11235" y="15230"/>
                </a:lnTo>
                <a:lnTo>
                  <a:pt x="11248" y="15030"/>
                </a:lnTo>
                <a:lnTo>
                  <a:pt x="11254" y="14820"/>
                </a:lnTo>
                <a:lnTo>
                  <a:pt x="11254" y="14420"/>
                </a:lnTo>
                <a:lnTo>
                  <a:pt x="11242" y="14220"/>
                </a:lnTo>
                <a:lnTo>
                  <a:pt x="11229" y="14010"/>
                </a:lnTo>
                <a:lnTo>
                  <a:pt x="11211" y="13810"/>
                </a:lnTo>
                <a:lnTo>
                  <a:pt x="11186" y="13610"/>
                </a:lnTo>
                <a:lnTo>
                  <a:pt x="11137" y="13330"/>
                </a:lnTo>
                <a:lnTo>
                  <a:pt x="11076" y="13060"/>
                </a:lnTo>
                <a:lnTo>
                  <a:pt x="11009" y="12800"/>
                </a:lnTo>
                <a:lnTo>
                  <a:pt x="10929" y="12540"/>
                </a:lnTo>
                <a:lnTo>
                  <a:pt x="10843" y="12300"/>
                </a:lnTo>
                <a:lnTo>
                  <a:pt x="10745" y="12060"/>
                </a:lnTo>
                <a:lnTo>
                  <a:pt x="10641" y="11830"/>
                </a:lnTo>
                <a:lnTo>
                  <a:pt x="10530" y="11610"/>
                </a:lnTo>
                <a:lnTo>
                  <a:pt x="10389" y="11350"/>
                </a:lnTo>
                <a:lnTo>
                  <a:pt x="10236" y="11100"/>
                </a:lnTo>
                <a:lnTo>
                  <a:pt x="10082" y="10870"/>
                </a:lnTo>
                <a:lnTo>
                  <a:pt x="9923" y="10650"/>
                </a:lnTo>
                <a:lnTo>
                  <a:pt x="9757" y="10430"/>
                </a:lnTo>
                <a:lnTo>
                  <a:pt x="9414" y="10030"/>
                </a:lnTo>
                <a:lnTo>
                  <a:pt x="9236" y="9830"/>
                </a:lnTo>
                <a:lnTo>
                  <a:pt x="8991" y="9580"/>
                </a:lnTo>
                <a:lnTo>
                  <a:pt x="8739" y="9330"/>
                </a:lnTo>
                <a:lnTo>
                  <a:pt x="8482" y="9090"/>
                </a:lnTo>
                <a:lnTo>
                  <a:pt x="8224" y="8860"/>
                </a:lnTo>
                <a:lnTo>
                  <a:pt x="7967" y="8640"/>
                </a:lnTo>
                <a:lnTo>
                  <a:pt x="7175" y="8010"/>
                </a:lnTo>
                <a:lnTo>
                  <a:pt x="6740" y="7680"/>
                </a:lnTo>
                <a:lnTo>
                  <a:pt x="6305" y="7360"/>
                </a:lnTo>
                <a:lnTo>
                  <a:pt x="5434" y="6740"/>
                </a:lnTo>
                <a:lnTo>
                  <a:pt x="4557" y="6130"/>
                </a:lnTo>
                <a:lnTo>
                  <a:pt x="3680" y="5530"/>
                </a:lnTo>
                <a:lnTo>
                  <a:pt x="3177" y="5170"/>
                </a:lnTo>
                <a:lnTo>
                  <a:pt x="2925" y="4970"/>
                </a:lnTo>
                <a:lnTo>
                  <a:pt x="2686" y="4760"/>
                </a:lnTo>
                <a:lnTo>
                  <a:pt x="2447" y="4540"/>
                </a:lnTo>
                <a:lnTo>
                  <a:pt x="2208" y="4310"/>
                </a:lnTo>
                <a:lnTo>
                  <a:pt x="1981" y="4070"/>
                </a:lnTo>
                <a:lnTo>
                  <a:pt x="1754" y="3800"/>
                </a:lnTo>
                <a:lnTo>
                  <a:pt x="1558" y="3550"/>
                </a:lnTo>
                <a:lnTo>
                  <a:pt x="1374" y="3290"/>
                </a:lnTo>
                <a:lnTo>
                  <a:pt x="1190" y="3020"/>
                </a:lnTo>
                <a:lnTo>
                  <a:pt x="1018" y="2740"/>
                </a:lnTo>
                <a:lnTo>
                  <a:pt x="852" y="2440"/>
                </a:lnTo>
                <a:lnTo>
                  <a:pt x="699" y="2130"/>
                </a:lnTo>
                <a:lnTo>
                  <a:pt x="552" y="1800"/>
                </a:lnTo>
                <a:lnTo>
                  <a:pt x="417" y="1460"/>
                </a:lnTo>
                <a:lnTo>
                  <a:pt x="288" y="1110"/>
                </a:lnTo>
                <a:lnTo>
                  <a:pt x="178" y="750"/>
                </a:lnTo>
                <a:lnTo>
                  <a:pt x="129" y="570"/>
                </a:lnTo>
                <a:lnTo>
                  <a:pt x="0" y="0"/>
                </a:lnTo>
                <a:close/>
              </a:path>
            </a:pathLst>
          </a:custGeom>
          <a:solidFill>
            <a:srgbClr val="702FA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20EEA392-9CDB-FD28-FEB1-86DD0F5CD0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Golang Academy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42131FF-A57E-C155-E4D0-77264AA1BA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700" y="3815708"/>
            <a:ext cx="4572002" cy="1068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D0E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7EDD270E-B9B0-966F-4DD7-12D3FCE20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2798B768-9E9D-6EEB-1CEC-D3663E139C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Haven’t we been using functions already?</a:t>
            </a:r>
            <a:endParaRPr dirty="0"/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CB39706C-762E-8A36-1C11-DA54147367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630675"/>
            <a:ext cx="8520600" cy="29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You’ve actually </a:t>
            </a:r>
            <a:r>
              <a:rPr lang="en-GB" i="1" dirty="0"/>
              <a:t>already</a:t>
            </a:r>
            <a:r>
              <a:rPr lang="en-GB" dirty="0"/>
              <a:t> used a whole load of functions provided by the standard libraries of Go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And by “use,” I mean that you’ve been </a:t>
            </a:r>
            <a:r>
              <a:rPr lang="en-GB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calling</a:t>
            </a:r>
            <a:r>
              <a:rPr lang="en-GB" dirty="0"/>
              <a:t> these predefined functions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 this one we’re planning to </a:t>
            </a:r>
            <a:r>
              <a:rPr lang="en-GB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define</a:t>
            </a:r>
            <a:r>
              <a:rPr lang="en-GB" dirty="0"/>
              <a:t> our own custom functions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After which, we can </a:t>
            </a:r>
            <a:r>
              <a:rPr lang="en-GB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call</a:t>
            </a:r>
            <a:r>
              <a:rPr lang="en-GB" dirty="0"/>
              <a:t> them</a:t>
            </a:r>
            <a:endParaRPr lang="en-GB" dirty="0">
              <a:solidFill>
                <a:srgbClr val="ADADA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8905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D0E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How to call a function</a:t>
            </a:r>
            <a:endParaRPr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273629"/>
            <a:ext cx="8520600" cy="32952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ADADAD"/>
                </a:solidFill>
              </a:rPr>
              <a:t>An example of a function you’ve already used would be </a:t>
            </a:r>
            <a:r>
              <a:rPr lang="en-GB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fmt</a:t>
            </a:r>
            <a:r>
              <a:rPr lang="en-GB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GB" dirty="0" err="1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endParaRPr lang="en-GB" dirty="0">
              <a:solidFill>
                <a:srgbClr val="ADEABC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ADADAD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ADADAD"/>
                </a:solidFill>
              </a:rPr>
              <a:t>In this, </a:t>
            </a:r>
            <a:r>
              <a:rPr lang="en-GB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fmt</a:t>
            </a:r>
            <a:r>
              <a:rPr lang="en-GB" dirty="0">
                <a:solidFill>
                  <a:srgbClr val="ADADAD"/>
                </a:solidFill>
              </a:rPr>
              <a:t> is the module in which the functions is defined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ADADAD"/>
                </a:solidFill>
              </a:rPr>
              <a:t>and </a:t>
            </a:r>
            <a:r>
              <a:rPr lang="en-GB" dirty="0" err="1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GB" dirty="0">
                <a:solidFill>
                  <a:srgbClr val="ADADAD"/>
                </a:solidFill>
              </a:rPr>
              <a:t> is the actual name of the function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ADADAD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ADADAD"/>
                </a:solidFill>
              </a:rPr>
              <a:t>From what we’ve done already, we can see the general form for </a:t>
            </a:r>
            <a:r>
              <a:rPr lang="en-GB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calling</a:t>
            </a:r>
            <a:r>
              <a:rPr lang="en-GB" dirty="0">
                <a:solidFill>
                  <a:srgbClr val="ADADAD"/>
                </a:solidFill>
              </a:rPr>
              <a:t> a function: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ADADA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fmt</a:t>
            </a:r>
            <a:r>
              <a:rPr lang="en-GB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GB" dirty="0" err="1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dirty="0" err="1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myVar</a:t>
            </a:r>
            <a:r>
              <a:rPr lang="en-GB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%s\n"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myVar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nameOfFunction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dirty="0">
                <a:solidFill>
                  <a:schemeClr val="accent5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argument0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dirty="0">
                <a:solidFill>
                  <a:schemeClr val="accent5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argument1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dirty="0">
                <a:solidFill>
                  <a:schemeClr val="accent5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21006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D0E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2387F366-5B49-B6DF-4BE0-8E5920070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1374D025-4AFF-CCEC-B6D4-EB5C154148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goes into a function?</a:t>
            </a:r>
            <a:endParaRPr dirty="0"/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F0CC1CB2-53E7-3C27-FFEB-7043005FF5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73629"/>
            <a:ext cx="8520600" cy="32952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ADADAD"/>
                </a:solidFill>
              </a:rPr>
              <a:t>We can already start asking a few questions of our own custom functions…</a:t>
            </a:r>
            <a:endParaRPr lang="en-GB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nameOfFunction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dirty="0">
                <a:solidFill>
                  <a:schemeClr val="accent5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argument0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dirty="0">
                <a:solidFill>
                  <a:schemeClr val="accent5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argument1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dirty="0">
                <a:solidFill>
                  <a:schemeClr val="accent5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r>
              <a:rPr lang="en-GB" dirty="0">
                <a:solidFill>
                  <a:srgbClr val="ADADAD"/>
                </a:solidFill>
              </a:rPr>
              <a:t>What’s the </a:t>
            </a:r>
            <a:r>
              <a:rPr lang="en-GB" dirty="0">
                <a:solidFill>
                  <a:srgbClr val="ADEABC"/>
                </a:solidFill>
              </a:rPr>
              <a:t>name</a:t>
            </a:r>
            <a:r>
              <a:rPr lang="en-GB" dirty="0">
                <a:solidFill>
                  <a:srgbClr val="ADADAD"/>
                </a:solidFill>
              </a:rPr>
              <a:t> of our function?</a:t>
            </a:r>
          </a:p>
          <a:p>
            <a:pPr marL="0" indent="0" algn="ctr">
              <a:buNone/>
            </a:pPr>
            <a:r>
              <a:rPr lang="en-GB" dirty="0">
                <a:solidFill>
                  <a:srgbClr val="ADADAD"/>
                </a:solidFill>
              </a:rPr>
              <a:t>How many </a:t>
            </a:r>
            <a:r>
              <a:rPr lang="en-GB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arguments</a:t>
            </a:r>
            <a:r>
              <a:rPr lang="en-GB" dirty="0">
                <a:solidFill>
                  <a:srgbClr val="ADADAD"/>
                </a:solidFill>
              </a:rPr>
              <a:t> does it take?</a:t>
            </a:r>
          </a:p>
          <a:p>
            <a:pPr marL="0" indent="0" algn="ctr">
              <a:buNone/>
            </a:pPr>
            <a:r>
              <a:rPr lang="en-GB" dirty="0">
                <a:solidFill>
                  <a:srgbClr val="ADADAD"/>
                </a:solidFill>
              </a:rPr>
              <a:t>What </a:t>
            </a:r>
            <a:r>
              <a:rPr lang="en-GB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data type </a:t>
            </a:r>
            <a:r>
              <a:rPr lang="en-GB" dirty="0">
                <a:solidFill>
                  <a:srgbClr val="ADADAD"/>
                </a:solidFill>
              </a:rPr>
              <a:t>is each </a:t>
            </a:r>
            <a:r>
              <a:rPr lang="en-GB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argument</a:t>
            </a:r>
            <a:r>
              <a:rPr lang="en-GB" dirty="0">
                <a:solidFill>
                  <a:srgbClr val="ADADAD"/>
                </a:solidFill>
              </a:rPr>
              <a:t>?</a:t>
            </a:r>
          </a:p>
          <a:p>
            <a:pPr marL="0" indent="0" algn="ctr">
              <a:buNone/>
            </a:pPr>
            <a:r>
              <a:rPr lang="en-GB" dirty="0">
                <a:solidFill>
                  <a:srgbClr val="ADADAD"/>
                </a:solidFill>
              </a:rPr>
              <a:t>Does our function </a:t>
            </a:r>
            <a:r>
              <a:rPr lang="en-GB" dirty="0">
                <a:solidFill>
                  <a:srgbClr val="DFAEAD"/>
                </a:solidFill>
              </a:rPr>
              <a:t>return</a:t>
            </a:r>
            <a:r>
              <a:rPr lang="en-GB" dirty="0">
                <a:solidFill>
                  <a:srgbClr val="ADADAD"/>
                </a:solidFill>
              </a:rPr>
              <a:t> a value?</a:t>
            </a:r>
          </a:p>
          <a:p>
            <a:pPr marL="0" indent="0" algn="ctr">
              <a:buNone/>
            </a:pPr>
            <a:r>
              <a:rPr lang="en-GB" dirty="0">
                <a:solidFill>
                  <a:srgbClr val="ADADAD"/>
                </a:solidFill>
              </a:rPr>
              <a:t>And if it does… what </a:t>
            </a:r>
            <a:r>
              <a:rPr lang="en-GB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type</a:t>
            </a:r>
            <a:r>
              <a:rPr lang="en-GB" dirty="0">
                <a:solidFill>
                  <a:srgbClr val="ADADAD"/>
                </a:solidFill>
              </a:rPr>
              <a:t> of value should it </a:t>
            </a:r>
            <a:r>
              <a:rPr lang="en-GB" dirty="0">
                <a:solidFill>
                  <a:srgbClr val="DFAEAD"/>
                </a:solidFill>
              </a:rPr>
              <a:t>return</a:t>
            </a:r>
            <a:r>
              <a:rPr lang="en-GB" dirty="0">
                <a:solidFill>
                  <a:srgbClr val="ADADAD"/>
                </a:solidFill>
              </a:rPr>
              <a:t>?</a:t>
            </a:r>
            <a:endParaRPr lang="en-GB" dirty="0">
              <a:solidFill>
                <a:srgbClr val="ADEABC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9000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D0E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127B7CA1-8140-698A-DEE2-BECCA6329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C8332CA7-03B1-AA4E-5DD1-421A78FBD4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Let’s map an example</a:t>
            </a:r>
            <a:endParaRPr dirty="0"/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15C043A1-4361-E765-EC3B-E25F05A486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73629"/>
            <a:ext cx="8520600" cy="32952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ADADAD"/>
                </a:solidFill>
              </a:rPr>
              <a:t>To answer these question, we need to know the purpose of the function itself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600" dirty="0">
              <a:solidFill>
                <a:schemeClr val="accent3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make it easy, let’s start with an example, I want a function which adds two integers together and returns the result: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600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shouldBeNine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600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600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600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Google Shape;61;p14">
            <a:extLst>
              <a:ext uri="{FF2B5EF4-FFF2-40B4-BE49-F238E27FC236}">
                <a16:creationId xmlns:a16="http://schemas.microsoft.com/office/drawing/2014/main" id="{30901B71-BDFB-8E47-5E21-86CCED0C1878}"/>
              </a:ext>
            </a:extLst>
          </p:cNvPr>
          <p:cNvSpPr txBox="1">
            <a:spLocks/>
          </p:cNvSpPr>
          <p:nvPr/>
        </p:nvSpPr>
        <p:spPr>
          <a:xfrm>
            <a:off x="1778550" y="3028949"/>
            <a:ext cx="3969107" cy="1692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r">
              <a:buFont typeface="Arial"/>
              <a:buNone/>
            </a:pPr>
            <a:r>
              <a:rPr lang="en-GB" dirty="0">
                <a:solidFill>
                  <a:srgbClr val="ADADAD"/>
                </a:solidFill>
              </a:rPr>
              <a:t>What’s the </a:t>
            </a:r>
            <a:r>
              <a:rPr lang="en-GB" dirty="0">
                <a:solidFill>
                  <a:srgbClr val="ADEABC"/>
                </a:solidFill>
              </a:rPr>
              <a:t>name</a:t>
            </a:r>
            <a:r>
              <a:rPr lang="en-GB" dirty="0">
                <a:solidFill>
                  <a:srgbClr val="ADADAD"/>
                </a:solidFill>
              </a:rPr>
              <a:t> of our function?</a:t>
            </a:r>
          </a:p>
          <a:p>
            <a:pPr marL="0" indent="0" algn="r">
              <a:buFont typeface="Arial"/>
              <a:buNone/>
            </a:pPr>
            <a:r>
              <a:rPr lang="en-GB" dirty="0">
                <a:solidFill>
                  <a:srgbClr val="ADADAD"/>
                </a:solidFill>
              </a:rPr>
              <a:t>How many </a:t>
            </a:r>
            <a:r>
              <a:rPr lang="en-GB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arguments</a:t>
            </a:r>
            <a:r>
              <a:rPr lang="en-GB" dirty="0">
                <a:solidFill>
                  <a:srgbClr val="ADADAD"/>
                </a:solidFill>
              </a:rPr>
              <a:t> does it take?</a:t>
            </a:r>
          </a:p>
          <a:p>
            <a:pPr marL="0" indent="0" algn="r">
              <a:buFont typeface="Arial"/>
              <a:buNone/>
            </a:pPr>
            <a:r>
              <a:rPr lang="en-GB" dirty="0">
                <a:solidFill>
                  <a:srgbClr val="ADADAD"/>
                </a:solidFill>
              </a:rPr>
              <a:t>What </a:t>
            </a:r>
            <a:r>
              <a:rPr lang="en-GB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data type </a:t>
            </a:r>
            <a:r>
              <a:rPr lang="en-GB" dirty="0">
                <a:solidFill>
                  <a:srgbClr val="ADADAD"/>
                </a:solidFill>
              </a:rPr>
              <a:t>is each </a:t>
            </a:r>
            <a:r>
              <a:rPr lang="en-GB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argument</a:t>
            </a:r>
            <a:r>
              <a:rPr lang="en-GB" dirty="0">
                <a:solidFill>
                  <a:srgbClr val="ADADAD"/>
                </a:solidFill>
              </a:rPr>
              <a:t>?</a:t>
            </a:r>
          </a:p>
          <a:p>
            <a:pPr marL="0" indent="0" algn="r">
              <a:buFont typeface="Arial"/>
              <a:buNone/>
            </a:pPr>
            <a:r>
              <a:rPr lang="en-GB" dirty="0">
                <a:solidFill>
                  <a:srgbClr val="ADADAD"/>
                </a:solidFill>
              </a:rPr>
              <a:t>Does our function </a:t>
            </a:r>
            <a:r>
              <a:rPr lang="en-GB" dirty="0">
                <a:solidFill>
                  <a:srgbClr val="DFAEAD"/>
                </a:solidFill>
              </a:rPr>
              <a:t>return</a:t>
            </a:r>
            <a:r>
              <a:rPr lang="en-GB" dirty="0">
                <a:solidFill>
                  <a:srgbClr val="ADADAD"/>
                </a:solidFill>
              </a:rPr>
              <a:t> a value?</a:t>
            </a:r>
          </a:p>
          <a:p>
            <a:pPr marL="0" indent="0" algn="r">
              <a:buFont typeface="Arial"/>
              <a:buNone/>
            </a:pPr>
            <a:r>
              <a:rPr lang="en-GB" dirty="0">
                <a:solidFill>
                  <a:srgbClr val="ADADAD"/>
                </a:solidFill>
              </a:rPr>
              <a:t>What </a:t>
            </a:r>
            <a:r>
              <a:rPr lang="en-GB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type</a:t>
            </a:r>
            <a:r>
              <a:rPr lang="en-GB" dirty="0">
                <a:solidFill>
                  <a:srgbClr val="ADADAD"/>
                </a:solidFill>
              </a:rPr>
              <a:t> of value should it </a:t>
            </a:r>
            <a:r>
              <a:rPr lang="en-GB" dirty="0">
                <a:solidFill>
                  <a:srgbClr val="DFAEAD"/>
                </a:solidFill>
              </a:rPr>
              <a:t>return</a:t>
            </a:r>
            <a:r>
              <a:rPr lang="en-GB" dirty="0">
                <a:solidFill>
                  <a:srgbClr val="ADADAD"/>
                </a:solidFill>
              </a:rPr>
              <a:t>?</a:t>
            </a:r>
            <a:endParaRPr lang="en-GB" dirty="0">
              <a:solidFill>
                <a:srgbClr val="ADEABC"/>
              </a:solidFill>
            </a:endParaRPr>
          </a:p>
          <a:p>
            <a:pPr marL="0" indent="0" algn="r">
              <a:buFont typeface="Arial"/>
              <a:buNone/>
            </a:pPr>
            <a:endParaRPr lang="en-GB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Google Shape;61;p14">
            <a:extLst>
              <a:ext uri="{FF2B5EF4-FFF2-40B4-BE49-F238E27FC236}">
                <a16:creationId xmlns:a16="http://schemas.microsoft.com/office/drawing/2014/main" id="{FB8D3A24-DEE3-B98A-645A-37CEAEE932E4}"/>
              </a:ext>
            </a:extLst>
          </p:cNvPr>
          <p:cNvSpPr txBox="1">
            <a:spLocks/>
          </p:cNvSpPr>
          <p:nvPr/>
        </p:nvSpPr>
        <p:spPr>
          <a:xfrm>
            <a:off x="5900057" y="3037112"/>
            <a:ext cx="827314" cy="1692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 typeface="Arial"/>
              <a:buNone/>
            </a:pPr>
            <a:r>
              <a:rPr lang="en-GB" sz="1800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endParaRPr lang="en-GB" dirty="0">
              <a:solidFill>
                <a:srgbClr val="ADEAB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Yes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</a:p>
        </p:txBody>
      </p:sp>
    </p:spTree>
    <p:extLst>
      <p:ext uri="{BB962C8B-B14F-4D97-AF65-F5344CB8AC3E}">
        <p14:creationId xmlns:p14="http://schemas.microsoft.com/office/powerpoint/2010/main" val="3995697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D0E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0EEE9755-4242-5B6C-4829-83F9A2257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86ACD425-335C-C39C-16E2-854EB6A58A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Let’s map an example to a </a:t>
            </a:r>
            <a:r>
              <a:rPr lang="en-GB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function signature</a:t>
            </a:r>
            <a:endParaRPr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D045A24D-FCD7-C8DD-2314-E584C8320F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73629"/>
            <a:ext cx="8520600" cy="34248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ADADAD"/>
                </a:solidFill>
              </a:rPr>
              <a:t>Now that we have these questions answered,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ADADAD"/>
                </a:solidFill>
              </a:rPr>
              <a:t>we can start looking at how Go defines functions and create a </a:t>
            </a:r>
            <a:r>
              <a:rPr lang="en-GB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function signature</a:t>
            </a:r>
            <a:endParaRPr lang="en-GB" sz="1600" dirty="0">
              <a:solidFill>
                <a:schemeClr val="accent6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600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600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i="1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number0 </a:t>
            </a:r>
            <a:r>
              <a:rPr lang="en-GB"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number1 </a:t>
            </a:r>
            <a:r>
              <a:rPr lang="en-GB"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GB"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600" dirty="0">
              <a:solidFill>
                <a:schemeClr val="accent5">
                  <a:lumMod val="20000"/>
                  <a:lumOff val="8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600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start with the </a:t>
            </a:r>
            <a:r>
              <a:rPr lang="en-GB" sz="1600" i="1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GB" sz="16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keyword, then our </a:t>
            </a:r>
            <a:r>
              <a:rPr lang="en-GB" sz="16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  <a:r>
              <a:rPr lang="en-GB" sz="16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600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Then we open parentheses like we did when calling a function, and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each argument, we provide a </a:t>
            </a:r>
            <a:r>
              <a:rPr lang="en-GB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  <a:r>
              <a:rPr lang="en-GB" sz="16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be used and its </a:t>
            </a:r>
            <a:r>
              <a:rPr lang="en-GB"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</a:t>
            </a:r>
            <a:r>
              <a:rPr lang="en-GB" sz="16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600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After the parentheses we give the function’s </a:t>
            </a:r>
            <a:r>
              <a:rPr lang="en-GB" sz="1600" dirty="0">
                <a:solidFill>
                  <a:srgbClr val="DFAE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r>
              <a:rPr lang="en-GB" sz="16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</a:t>
            </a:r>
          </a:p>
        </p:txBody>
      </p:sp>
    </p:spTree>
    <p:extLst>
      <p:ext uri="{BB962C8B-B14F-4D97-AF65-F5344CB8AC3E}">
        <p14:creationId xmlns:p14="http://schemas.microsoft.com/office/powerpoint/2010/main" val="1053801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D0E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579713CA-D099-ADCD-AD11-6444CA9A8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C78335D2-AEDA-9C45-A4A2-2E77A30C32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Now to </a:t>
            </a:r>
            <a:r>
              <a:rPr lang="en-GB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implement</a:t>
            </a:r>
            <a:r>
              <a:rPr lang="en-GB" dirty="0"/>
              <a:t> the function</a:t>
            </a:r>
            <a:endParaRPr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ADF46D1A-C07D-5098-B9BB-1AD2FE4D7F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73629"/>
            <a:ext cx="8520600" cy="34248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ADADAD"/>
                </a:solidFill>
              </a:rPr>
              <a:t>The only thing we’re missing is the </a:t>
            </a:r>
            <a:r>
              <a:rPr lang="en-GB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function body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600" dirty="0">
              <a:solidFill>
                <a:srgbClr val="ADADAD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ADADAD"/>
                </a:solidFill>
              </a:rPr>
              <a:t>The body is the content of the function: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ADADAD"/>
                </a:solidFill>
              </a:rPr>
              <a:t>what is done to transform our arguments into our return value.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600" dirty="0">
              <a:solidFill>
                <a:srgbClr val="ADADAD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ADADAD"/>
                </a:solidFill>
              </a:rPr>
              <a:t>We do this by opening a pair of braces (</a:t>
            </a:r>
            <a:r>
              <a:rPr lang="en-GB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{}</a:t>
            </a:r>
            <a:r>
              <a:rPr lang="en-GB" sz="1600" dirty="0">
                <a:solidFill>
                  <a:srgbClr val="ADADAD"/>
                </a:solidFill>
              </a:rPr>
              <a:t>)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600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600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371600" lvl="3" indent="0">
              <a:lnSpc>
                <a:spcPct val="100000"/>
              </a:lnSpc>
              <a:buNone/>
            </a:pPr>
            <a:r>
              <a:rPr lang="en-GB" sz="1800" i="1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8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number0 </a:t>
            </a:r>
            <a:r>
              <a:rPr lang="en-GB" sz="18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18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number1 </a:t>
            </a:r>
            <a:r>
              <a:rPr lang="en-GB" sz="18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GB" sz="18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GB" sz="18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1371600" lvl="3" indent="0">
              <a:lnSpc>
                <a:spcPct val="100000"/>
              </a:lnSpc>
              <a:buNone/>
            </a:pPr>
            <a:r>
              <a:rPr lang="en-GB" sz="18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800" dirty="0">
                <a:solidFill>
                  <a:srgbClr val="DFAE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GB" sz="18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number0 </a:t>
            </a: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GB" sz="18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number1</a:t>
            </a:r>
            <a:endParaRPr lang="en-GB" sz="1800" dirty="0">
              <a:solidFill>
                <a:schemeClr val="accent5">
                  <a:lumMod val="20000"/>
                  <a:lumOff val="8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371600" lvl="3" indent="0">
              <a:lnSpc>
                <a:spcPct val="100000"/>
              </a:lnSpc>
              <a:buNone/>
            </a:pPr>
            <a:r>
              <a:rPr lang="en-GB" sz="18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600" dirty="0">
              <a:solidFill>
                <a:schemeClr val="accent5">
                  <a:lumMod val="20000"/>
                  <a:lumOff val="8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600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6264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D0E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4FE339B3-02DA-96AE-853E-60F0C5E53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C2C673EF-5BF6-D6DB-B113-BFFF2BCE2C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Aaaand</a:t>
            </a:r>
            <a:r>
              <a:rPr lang="en-GB" dirty="0"/>
              <a:t> that’s it, we can call it…</a:t>
            </a:r>
            <a:endParaRPr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CD130E0C-65C8-3661-BC5E-52980EE9A5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592035"/>
            <a:ext cx="8520600" cy="31064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371600" lvl="3" indent="0">
              <a:lnSpc>
                <a:spcPct val="100000"/>
              </a:lnSpc>
              <a:buNone/>
            </a:pPr>
            <a:r>
              <a:rPr lang="en-GB" sz="1800" i="1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8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number0 </a:t>
            </a:r>
            <a:r>
              <a:rPr lang="en-GB" sz="18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18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number1 </a:t>
            </a:r>
            <a:r>
              <a:rPr lang="en-GB" sz="18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GB" sz="18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GB" sz="18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1371600" lvl="3" indent="0">
              <a:lnSpc>
                <a:spcPct val="100000"/>
              </a:lnSpc>
              <a:buNone/>
            </a:pPr>
            <a:r>
              <a:rPr lang="en-GB" sz="18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800" dirty="0">
                <a:solidFill>
                  <a:srgbClr val="DFAE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GB" sz="18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number0 </a:t>
            </a: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GB" sz="18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number1</a:t>
            </a:r>
            <a:endParaRPr lang="en-GB" sz="1800" dirty="0">
              <a:solidFill>
                <a:schemeClr val="accent5">
                  <a:lumMod val="20000"/>
                  <a:lumOff val="8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371600" lvl="3" indent="0">
              <a:lnSpc>
                <a:spcPct val="100000"/>
              </a:lnSpc>
              <a:buNone/>
            </a:pPr>
            <a:r>
              <a:rPr lang="en-GB" sz="18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371600" lvl="3" indent="0">
              <a:lnSpc>
                <a:spcPct val="100000"/>
              </a:lnSpc>
              <a:buNone/>
            </a:pPr>
            <a:endParaRPr lang="en-GB" sz="1800" dirty="0">
              <a:solidFill>
                <a:schemeClr val="accent6">
                  <a:lumMod val="20000"/>
                  <a:lumOff val="8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371600" lvl="3" indent="0">
              <a:lnSpc>
                <a:spcPct val="100000"/>
              </a:lnSpc>
              <a:buNone/>
            </a:pPr>
            <a:r>
              <a:rPr lang="en-GB" sz="18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shouldBeNine</a:t>
            </a: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800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8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18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1371600" lvl="3" indent="0">
              <a:lnSpc>
                <a:spcPct val="100000"/>
              </a:lnSpc>
              <a:buNone/>
            </a:pPr>
            <a:endParaRPr lang="en-GB" sz="1800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371600" lvl="3" indent="0">
              <a:lnSpc>
                <a:spcPct val="100000"/>
              </a:lnSpc>
              <a:buNone/>
            </a:pPr>
            <a:r>
              <a:rPr lang="en-GB" sz="18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Prints '9'</a:t>
            </a:r>
          </a:p>
          <a:p>
            <a:pPr marL="1371600" lvl="3" indent="0">
              <a:lnSpc>
                <a:spcPct val="100000"/>
              </a:lnSpc>
              <a:buNone/>
            </a:pPr>
            <a:r>
              <a:rPr lang="en-GB" sz="1800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fmt</a:t>
            </a:r>
            <a:r>
              <a:rPr lang="en-GB" sz="18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GB" sz="1800" dirty="0" err="1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8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shouldBeNine</a:t>
            </a: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600" dirty="0">
              <a:solidFill>
                <a:schemeClr val="accent5">
                  <a:lumMod val="20000"/>
                  <a:lumOff val="8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600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0889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D0E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FADB0724-315C-CFCD-B822-6BD947587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9F889C94-D209-67D9-0350-0F1634DF97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else can we do?</a:t>
            </a:r>
            <a:endParaRPr dirty="0"/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944AA39D-7D16-ACE3-2FDA-20A90A0A6B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787979"/>
            <a:ext cx="8520600" cy="27808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/>
              <a:t>Lots!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2400" dirty="0">
              <a:solidFill>
                <a:srgbClr val="ADADAD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solidFill>
                  <a:srgbClr val="ADADAD"/>
                </a:solidFill>
              </a:rPr>
              <a:t>But we’ll cover some of the other bits we can do in the lab</a:t>
            </a:r>
          </a:p>
        </p:txBody>
      </p:sp>
    </p:spTree>
    <p:extLst>
      <p:ext uri="{BB962C8B-B14F-4D97-AF65-F5344CB8AC3E}">
        <p14:creationId xmlns:p14="http://schemas.microsoft.com/office/powerpoint/2010/main" val="4287800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3669ADBA-A1C6-ADD0-C0FE-D415CA4AC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5">
            <a:extLst>
              <a:ext uri="{FF2B5EF4-FFF2-40B4-BE49-F238E27FC236}">
                <a16:creationId xmlns:a16="http://schemas.microsoft.com/office/drawing/2014/main" id="{E96B1389-2994-F7DB-CBA0-23359DC8B826}"/>
              </a:ext>
            </a:extLst>
          </p:cNvPr>
          <p:cNvSpPr/>
          <p:nvPr/>
        </p:nvSpPr>
        <p:spPr>
          <a:xfrm>
            <a:off x="-1" y="0"/>
            <a:ext cx="9144000" cy="5143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12756" y="21600"/>
                </a:lnTo>
                <a:lnTo>
                  <a:pt x="12726" y="21590"/>
                </a:lnTo>
                <a:lnTo>
                  <a:pt x="12695" y="21570"/>
                </a:lnTo>
                <a:lnTo>
                  <a:pt x="12671" y="21540"/>
                </a:lnTo>
                <a:lnTo>
                  <a:pt x="10800" y="19030"/>
                </a:lnTo>
                <a:lnTo>
                  <a:pt x="10634" y="18800"/>
                </a:lnTo>
                <a:lnTo>
                  <a:pt x="10475" y="18570"/>
                </a:lnTo>
                <a:lnTo>
                  <a:pt x="10591" y="18200"/>
                </a:lnTo>
                <a:lnTo>
                  <a:pt x="10708" y="17840"/>
                </a:lnTo>
                <a:lnTo>
                  <a:pt x="10800" y="17520"/>
                </a:lnTo>
                <a:lnTo>
                  <a:pt x="10892" y="17210"/>
                </a:lnTo>
                <a:lnTo>
                  <a:pt x="10972" y="16890"/>
                </a:lnTo>
                <a:lnTo>
                  <a:pt x="11039" y="16570"/>
                </a:lnTo>
                <a:lnTo>
                  <a:pt x="11107" y="16240"/>
                </a:lnTo>
                <a:lnTo>
                  <a:pt x="11156" y="15910"/>
                </a:lnTo>
                <a:lnTo>
                  <a:pt x="11199" y="15580"/>
                </a:lnTo>
                <a:lnTo>
                  <a:pt x="11235" y="15230"/>
                </a:lnTo>
                <a:lnTo>
                  <a:pt x="11248" y="15030"/>
                </a:lnTo>
                <a:lnTo>
                  <a:pt x="11254" y="14820"/>
                </a:lnTo>
                <a:lnTo>
                  <a:pt x="11254" y="14420"/>
                </a:lnTo>
                <a:lnTo>
                  <a:pt x="11242" y="14220"/>
                </a:lnTo>
                <a:lnTo>
                  <a:pt x="11229" y="14010"/>
                </a:lnTo>
                <a:lnTo>
                  <a:pt x="11211" y="13810"/>
                </a:lnTo>
                <a:lnTo>
                  <a:pt x="11186" y="13610"/>
                </a:lnTo>
                <a:lnTo>
                  <a:pt x="11137" y="13330"/>
                </a:lnTo>
                <a:lnTo>
                  <a:pt x="11076" y="13060"/>
                </a:lnTo>
                <a:lnTo>
                  <a:pt x="11009" y="12800"/>
                </a:lnTo>
                <a:lnTo>
                  <a:pt x="10929" y="12540"/>
                </a:lnTo>
                <a:lnTo>
                  <a:pt x="10843" y="12300"/>
                </a:lnTo>
                <a:lnTo>
                  <a:pt x="10745" y="12060"/>
                </a:lnTo>
                <a:lnTo>
                  <a:pt x="10641" y="11830"/>
                </a:lnTo>
                <a:lnTo>
                  <a:pt x="10530" y="11610"/>
                </a:lnTo>
                <a:lnTo>
                  <a:pt x="10389" y="11350"/>
                </a:lnTo>
                <a:lnTo>
                  <a:pt x="10236" y="11100"/>
                </a:lnTo>
                <a:lnTo>
                  <a:pt x="10082" y="10870"/>
                </a:lnTo>
                <a:lnTo>
                  <a:pt x="9923" y="10650"/>
                </a:lnTo>
                <a:lnTo>
                  <a:pt x="9757" y="10430"/>
                </a:lnTo>
                <a:lnTo>
                  <a:pt x="9414" y="10030"/>
                </a:lnTo>
                <a:lnTo>
                  <a:pt x="9236" y="9830"/>
                </a:lnTo>
                <a:lnTo>
                  <a:pt x="8991" y="9580"/>
                </a:lnTo>
                <a:lnTo>
                  <a:pt x="8739" y="9330"/>
                </a:lnTo>
                <a:lnTo>
                  <a:pt x="8482" y="9090"/>
                </a:lnTo>
                <a:lnTo>
                  <a:pt x="8224" y="8860"/>
                </a:lnTo>
                <a:lnTo>
                  <a:pt x="7967" y="8640"/>
                </a:lnTo>
                <a:lnTo>
                  <a:pt x="7175" y="8010"/>
                </a:lnTo>
                <a:lnTo>
                  <a:pt x="6740" y="7680"/>
                </a:lnTo>
                <a:lnTo>
                  <a:pt x="6305" y="7360"/>
                </a:lnTo>
                <a:lnTo>
                  <a:pt x="5434" y="6740"/>
                </a:lnTo>
                <a:lnTo>
                  <a:pt x="4557" y="6130"/>
                </a:lnTo>
                <a:lnTo>
                  <a:pt x="3680" y="5530"/>
                </a:lnTo>
                <a:lnTo>
                  <a:pt x="3177" y="5170"/>
                </a:lnTo>
                <a:lnTo>
                  <a:pt x="2925" y="4970"/>
                </a:lnTo>
                <a:lnTo>
                  <a:pt x="2686" y="4760"/>
                </a:lnTo>
                <a:lnTo>
                  <a:pt x="2447" y="4540"/>
                </a:lnTo>
                <a:lnTo>
                  <a:pt x="2208" y="4310"/>
                </a:lnTo>
                <a:lnTo>
                  <a:pt x="1981" y="4070"/>
                </a:lnTo>
                <a:lnTo>
                  <a:pt x="1754" y="3800"/>
                </a:lnTo>
                <a:lnTo>
                  <a:pt x="1558" y="3550"/>
                </a:lnTo>
                <a:lnTo>
                  <a:pt x="1374" y="3290"/>
                </a:lnTo>
                <a:lnTo>
                  <a:pt x="1190" y="3020"/>
                </a:lnTo>
                <a:lnTo>
                  <a:pt x="1018" y="2740"/>
                </a:lnTo>
                <a:lnTo>
                  <a:pt x="852" y="2440"/>
                </a:lnTo>
                <a:lnTo>
                  <a:pt x="699" y="2130"/>
                </a:lnTo>
                <a:lnTo>
                  <a:pt x="552" y="1800"/>
                </a:lnTo>
                <a:lnTo>
                  <a:pt x="417" y="1460"/>
                </a:lnTo>
                <a:lnTo>
                  <a:pt x="288" y="1110"/>
                </a:lnTo>
                <a:lnTo>
                  <a:pt x="178" y="750"/>
                </a:lnTo>
                <a:lnTo>
                  <a:pt x="129" y="570"/>
                </a:lnTo>
                <a:lnTo>
                  <a:pt x="0" y="0"/>
                </a:lnTo>
                <a:close/>
              </a:path>
            </a:pathLst>
          </a:custGeom>
          <a:solidFill>
            <a:srgbClr val="2A133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" name="Freeform 5">
            <a:extLst>
              <a:ext uri="{FF2B5EF4-FFF2-40B4-BE49-F238E27FC236}">
                <a16:creationId xmlns:a16="http://schemas.microsoft.com/office/drawing/2014/main" id="{8CD48CC4-9F9D-5585-A29A-45E0A61B40EF}"/>
              </a:ext>
            </a:extLst>
          </p:cNvPr>
          <p:cNvSpPr/>
          <p:nvPr/>
        </p:nvSpPr>
        <p:spPr>
          <a:xfrm>
            <a:off x="1" y="0"/>
            <a:ext cx="9144000" cy="5143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12756" y="21600"/>
                </a:lnTo>
                <a:lnTo>
                  <a:pt x="12726" y="21590"/>
                </a:lnTo>
                <a:lnTo>
                  <a:pt x="12695" y="21570"/>
                </a:lnTo>
                <a:lnTo>
                  <a:pt x="12671" y="21540"/>
                </a:lnTo>
                <a:lnTo>
                  <a:pt x="10800" y="19030"/>
                </a:lnTo>
                <a:lnTo>
                  <a:pt x="10634" y="18800"/>
                </a:lnTo>
                <a:lnTo>
                  <a:pt x="10475" y="18570"/>
                </a:lnTo>
                <a:lnTo>
                  <a:pt x="10591" y="18200"/>
                </a:lnTo>
                <a:lnTo>
                  <a:pt x="10708" y="17840"/>
                </a:lnTo>
                <a:lnTo>
                  <a:pt x="10800" y="17520"/>
                </a:lnTo>
                <a:lnTo>
                  <a:pt x="10892" y="17210"/>
                </a:lnTo>
                <a:lnTo>
                  <a:pt x="10972" y="16890"/>
                </a:lnTo>
                <a:lnTo>
                  <a:pt x="11039" y="16570"/>
                </a:lnTo>
                <a:lnTo>
                  <a:pt x="11107" y="16240"/>
                </a:lnTo>
                <a:lnTo>
                  <a:pt x="11156" y="15910"/>
                </a:lnTo>
                <a:lnTo>
                  <a:pt x="11199" y="15580"/>
                </a:lnTo>
                <a:lnTo>
                  <a:pt x="11235" y="15230"/>
                </a:lnTo>
                <a:lnTo>
                  <a:pt x="11248" y="15030"/>
                </a:lnTo>
                <a:lnTo>
                  <a:pt x="11254" y="14820"/>
                </a:lnTo>
                <a:lnTo>
                  <a:pt x="11254" y="14420"/>
                </a:lnTo>
                <a:lnTo>
                  <a:pt x="11242" y="14220"/>
                </a:lnTo>
                <a:lnTo>
                  <a:pt x="11229" y="14010"/>
                </a:lnTo>
                <a:lnTo>
                  <a:pt x="11211" y="13810"/>
                </a:lnTo>
                <a:lnTo>
                  <a:pt x="11186" y="13610"/>
                </a:lnTo>
                <a:lnTo>
                  <a:pt x="11137" y="13330"/>
                </a:lnTo>
                <a:lnTo>
                  <a:pt x="11076" y="13060"/>
                </a:lnTo>
                <a:lnTo>
                  <a:pt x="11009" y="12800"/>
                </a:lnTo>
                <a:lnTo>
                  <a:pt x="10929" y="12540"/>
                </a:lnTo>
                <a:lnTo>
                  <a:pt x="10843" y="12300"/>
                </a:lnTo>
                <a:lnTo>
                  <a:pt x="10745" y="12060"/>
                </a:lnTo>
                <a:lnTo>
                  <a:pt x="10641" y="11830"/>
                </a:lnTo>
                <a:lnTo>
                  <a:pt x="10530" y="11610"/>
                </a:lnTo>
                <a:lnTo>
                  <a:pt x="10389" y="11350"/>
                </a:lnTo>
                <a:lnTo>
                  <a:pt x="10236" y="11100"/>
                </a:lnTo>
                <a:lnTo>
                  <a:pt x="10082" y="10870"/>
                </a:lnTo>
                <a:lnTo>
                  <a:pt x="9923" y="10650"/>
                </a:lnTo>
                <a:lnTo>
                  <a:pt x="9757" y="10430"/>
                </a:lnTo>
                <a:lnTo>
                  <a:pt x="9414" y="10030"/>
                </a:lnTo>
                <a:lnTo>
                  <a:pt x="9236" y="9830"/>
                </a:lnTo>
                <a:lnTo>
                  <a:pt x="8991" y="9580"/>
                </a:lnTo>
                <a:lnTo>
                  <a:pt x="8739" y="9330"/>
                </a:lnTo>
                <a:lnTo>
                  <a:pt x="8482" y="9090"/>
                </a:lnTo>
                <a:lnTo>
                  <a:pt x="8224" y="8860"/>
                </a:lnTo>
                <a:lnTo>
                  <a:pt x="7967" y="8640"/>
                </a:lnTo>
                <a:lnTo>
                  <a:pt x="7175" y="8010"/>
                </a:lnTo>
                <a:lnTo>
                  <a:pt x="6740" y="7680"/>
                </a:lnTo>
                <a:lnTo>
                  <a:pt x="6305" y="7360"/>
                </a:lnTo>
                <a:lnTo>
                  <a:pt x="5434" y="6740"/>
                </a:lnTo>
                <a:lnTo>
                  <a:pt x="4557" y="6130"/>
                </a:lnTo>
                <a:lnTo>
                  <a:pt x="3680" y="5530"/>
                </a:lnTo>
                <a:lnTo>
                  <a:pt x="3177" y="5170"/>
                </a:lnTo>
                <a:lnTo>
                  <a:pt x="2925" y="4970"/>
                </a:lnTo>
                <a:lnTo>
                  <a:pt x="2686" y="4760"/>
                </a:lnTo>
                <a:lnTo>
                  <a:pt x="2447" y="4540"/>
                </a:lnTo>
                <a:lnTo>
                  <a:pt x="2208" y="4310"/>
                </a:lnTo>
                <a:lnTo>
                  <a:pt x="1981" y="4070"/>
                </a:lnTo>
                <a:lnTo>
                  <a:pt x="1754" y="3800"/>
                </a:lnTo>
                <a:lnTo>
                  <a:pt x="1558" y="3550"/>
                </a:lnTo>
                <a:lnTo>
                  <a:pt x="1374" y="3290"/>
                </a:lnTo>
                <a:lnTo>
                  <a:pt x="1190" y="3020"/>
                </a:lnTo>
                <a:lnTo>
                  <a:pt x="1018" y="2740"/>
                </a:lnTo>
                <a:lnTo>
                  <a:pt x="852" y="2440"/>
                </a:lnTo>
                <a:lnTo>
                  <a:pt x="699" y="2130"/>
                </a:lnTo>
                <a:lnTo>
                  <a:pt x="552" y="1800"/>
                </a:lnTo>
                <a:lnTo>
                  <a:pt x="417" y="1460"/>
                </a:lnTo>
                <a:lnTo>
                  <a:pt x="288" y="1110"/>
                </a:lnTo>
                <a:lnTo>
                  <a:pt x="178" y="750"/>
                </a:lnTo>
                <a:lnTo>
                  <a:pt x="129" y="570"/>
                </a:lnTo>
                <a:lnTo>
                  <a:pt x="0" y="0"/>
                </a:lnTo>
                <a:close/>
              </a:path>
            </a:pathLst>
          </a:custGeom>
          <a:solidFill>
            <a:srgbClr val="702FA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8DA93493-E550-234C-ACF4-1CC3304025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Methods</a:t>
            </a:r>
          </a:p>
        </p:txBody>
      </p:sp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BDF7855D-8F9B-D6DF-2962-416AB3BEF19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Golang Academy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8AEE7CF-897F-3286-2B82-9F0EC491EE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700" y="3815708"/>
            <a:ext cx="4572002" cy="1068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1605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D0E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95745A09-0E13-3D4C-422E-CF7643118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06940BC7-EC54-550D-2D50-EFC1383D46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a </a:t>
            </a:r>
            <a:r>
              <a:rPr lang="e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method</a:t>
            </a:r>
            <a:r>
              <a:rPr lang="en" dirty="0"/>
              <a:t>?</a:t>
            </a:r>
            <a:endParaRPr dirty="0"/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306A5C65-B289-9419-FDD7-9444F5C047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95707" y="1630675"/>
            <a:ext cx="5352586" cy="29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 </a:t>
            </a:r>
            <a:r>
              <a:rPr lang="en-GB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method</a:t>
            </a:r>
            <a:r>
              <a:rPr lang="en-GB" dirty="0"/>
              <a:t>, also called a </a:t>
            </a:r>
            <a:r>
              <a:rPr lang="en-GB" i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receiver</a:t>
            </a:r>
            <a:r>
              <a:rPr lang="en-GB" i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method</a:t>
            </a:r>
            <a:r>
              <a:rPr lang="en-GB" dirty="0"/>
              <a:t>, is a </a:t>
            </a:r>
            <a:r>
              <a:rPr lang="en-GB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function</a:t>
            </a:r>
            <a:r>
              <a:rPr lang="en-GB" dirty="0"/>
              <a:t> which can be called from the context of the </a:t>
            </a:r>
            <a:r>
              <a:rPr lang="en-GB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received</a:t>
            </a:r>
            <a:r>
              <a:rPr lang="en-GB" dirty="0"/>
              <a:t>, usually a </a:t>
            </a:r>
            <a:r>
              <a:rPr lang="en-GB" dirty="0">
                <a:solidFill>
                  <a:srgbClr val="B9B2E7"/>
                </a:solidFill>
              </a:rPr>
              <a:t>struct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ADADAD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i="1" dirty="0">
                <a:solidFill>
                  <a:srgbClr val="ADADAD"/>
                </a:solidFill>
              </a:rPr>
              <a:t>That is to say</a:t>
            </a:r>
            <a:r>
              <a:rPr lang="en-GB" dirty="0">
                <a:solidFill>
                  <a:srgbClr val="ADADAD"/>
                </a:solidFill>
              </a:rPr>
              <a:t>: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ADADAD"/>
                </a:solidFill>
              </a:rPr>
              <a:t>A </a:t>
            </a:r>
            <a:r>
              <a:rPr lang="en-GB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function</a:t>
            </a:r>
            <a:r>
              <a:rPr lang="en-GB" dirty="0">
                <a:solidFill>
                  <a:srgbClr val="ADADAD"/>
                </a:solidFill>
              </a:rPr>
              <a:t> which will always </a:t>
            </a:r>
            <a:r>
              <a:rPr lang="en-GB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receive</a:t>
            </a:r>
            <a:r>
              <a:rPr lang="en-GB" dirty="0">
                <a:solidFill>
                  <a:srgbClr val="ADADAD"/>
                </a:solidFill>
              </a:rPr>
              <a:t> as its first argument, an instance of a given </a:t>
            </a:r>
            <a:r>
              <a:rPr lang="en-GB" dirty="0">
                <a:solidFill>
                  <a:srgbClr val="B9B2E7"/>
                </a:solidFill>
              </a:rPr>
              <a:t>struct</a:t>
            </a:r>
          </a:p>
        </p:txBody>
      </p:sp>
    </p:spTree>
    <p:extLst>
      <p:ext uri="{BB962C8B-B14F-4D97-AF65-F5344CB8AC3E}">
        <p14:creationId xmlns:p14="http://schemas.microsoft.com/office/powerpoint/2010/main" val="1640231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D0E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8F7F88AE-66E1-AF1D-B57E-7FC200209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5EE3A1BB-40B5-399D-F478-D749BDE23D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Example…</a:t>
            </a:r>
            <a:endParaRPr dirty="0"/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7CA619E5-C136-99C3-E918-1D5884652E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195411"/>
            <a:ext cx="3827633" cy="35957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 algn="ctr">
              <a:buNone/>
            </a:pPr>
            <a:r>
              <a:rPr lang="en-GB" sz="1600" dirty="0">
                <a:solidFill>
                  <a:srgbClr val="ADADAD"/>
                </a:solidFill>
              </a:rPr>
              <a:t>Say I have a </a:t>
            </a:r>
            <a:r>
              <a:rPr lang="en-GB" sz="1600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sz="1600" dirty="0">
                <a:solidFill>
                  <a:srgbClr val="ADADAD"/>
                </a:solidFill>
              </a:rPr>
              <a:t> struct…</a:t>
            </a:r>
          </a:p>
          <a:p>
            <a:pPr marL="0" indent="0" algn="ctr">
              <a:buNone/>
            </a:pPr>
            <a:endParaRPr lang="en-GB" sz="1600" dirty="0">
              <a:solidFill>
                <a:srgbClr val="ADADA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GB" sz="1600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want a </a:t>
            </a:r>
            <a:r>
              <a:rPr lang="en-GB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</a:t>
            </a:r>
            <a:r>
              <a:rPr lang="en-GB" sz="1600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which makes use of a number of the fields within my struct</a:t>
            </a:r>
          </a:p>
          <a:p>
            <a:pPr marL="0" indent="0" algn="ctr">
              <a:buNone/>
            </a:pPr>
            <a:endParaRPr lang="en-GB" sz="1600" dirty="0">
              <a:solidFill>
                <a:srgbClr val="ADADA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GB" sz="1600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Well, I could write a function (</a:t>
            </a:r>
            <a:r>
              <a:rPr lang="en-GB" sz="1400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a method</a:t>
            </a:r>
            <a:r>
              <a:rPr lang="en-GB" sz="1600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which takes the user as a parameter</a:t>
            </a:r>
          </a:p>
          <a:p>
            <a:pPr marL="0" indent="0" algn="ctr">
              <a:buNone/>
            </a:pPr>
            <a:endParaRPr lang="en-GB" sz="1600" dirty="0">
              <a:solidFill>
                <a:srgbClr val="ADADA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GB" sz="1600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this would work…</a:t>
            </a:r>
            <a:endParaRPr lang="en-GB" sz="1600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Google Shape;61;p14">
            <a:extLst>
              <a:ext uri="{FF2B5EF4-FFF2-40B4-BE49-F238E27FC236}">
                <a16:creationId xmlns:a16="http://schemas.microsoft.com/office/drawing/2014/main" id="{9FCAECC4-85FF-95D4-4F65-2AE20F28CC68}"/>
              </a:ext>
            </a:extLst>
          </p:cNvPr>
          <p:cNvSpPr txBox="1">
            <a:spLocks/>
          </p:cNvSpPr>
          <p:nvPr/>
        </p:nvSpPr>
        <p:spPr>
          <a:xfrm>
            <a:off x="4571999" y="374681"/>
            <a:ext cx="4398783" cy="466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 typeface="Arial"/>
              <a:buNone/>
            </a:pPr>
            <a:r>
              <a:rPr lang="en-GB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struct {</a:t>
            </a:r>
            <a:endParaRPr lang="en-GB" sz="1800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Email     </a:t>
            </a:r>
            <a:r>
              <a:rPr lang="en-GB" sz="18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FirstName</a:t>
            </a:r>
            <a:r>
              <a:rPr lang="en-GB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LastName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 marL="0" indent="0">
              <a:buFont typeface="Arial"/>
              <a:buNone/>
            </a:pPr>
            <a:endParaRPr lang="en-GB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r>
              <a:rPr lang="en-GB" i="1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SendEmail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sendEmail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</a:t>
            </a:r>
            <a:r>
              <a:rPr lang="en-GB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.Email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fmt.</a:t>
            </a:r>
            <a:r>
              <a:rPr lang="en-GB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Sprintf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"Hi %s, here's an email"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</a:t>
            </a:r>
            <a:r>
              <a:rPr lang="en-GB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.FirstName</a:t>
            </a:r>
            <a:endParaRPr lang="en-GB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)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)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Font typeface="Arial"/>
              <a:buNone/>
            </a:pPr>
            <a:endParaRPr lang="en-GB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14026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D0E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Example…</a:t>
            </a:r>
            <a:endParaRPr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699" y="1195411"/>
            <a:ext cx="4719731" cy="35957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 algn="ctr">
              <a:buNone/>
            </a:pPr>
            <a:r>
              <a:rPr lang="en-GB" sz="1600" dirty="0">
                <a:solidFill>
                  <a:srgbClr val="ADADAD"/>
                </a:solidFill>
              </a:rPr>
              <a:t>But what if I have another struct…</a:t>
            </a:r>
            <a:endParaRPr lang="en-GB" sz="1600" dirty="0">
              <a:solidFill>
                <a:srgbClr val="ADADA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GB" sz="1600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which represents another entity to which I’d like to send emails?</a:t>
            </a:r>
          </a:p>
          <a:p>
            <a:pPr marL="0" indent="0" algn="ctr">
              <a:buNone/>
            </a:pPr>
            <a:endParaRPr lang="en-GB" sz="1600" dirty="0">
              <a:solidFill>
                <a:srgbClr val="ADADA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GB" sz="1600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en-GB" sz="1600" dirty="0">
                <a:solidFill>
                  <a:srgbClr val="DFAE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can’t have two functions with the same name </a:t>
            </a:r>
            <a:r>
              <a:rPr lang="en-GB" sz="1600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 different parameters (</a:t>
            </a:r>
            <a:r>
              <a:rPr lang="en-GB" sz="1400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function overloading</a:t>
            </a:r>
            <a:r>
              <a:rPr lang="en-GB" sz="1600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 algn="ctr">
              <a:buNone/>
            </a:pPr>
            <a:endParaRPr lang="en-GB" sz="1600" dirty="0">
              <a:solidFill>
                <a:srgbClr val="ADADA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GB" sz="1600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could rename them </a:t>
            </a:r>
            <a:r>
              <a:rPr lang="en-GB" sz="16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SendEmailToUser</a:t>
            </a:r>
            <a:r>
              <a:rPr lang="en-GB" sz="1600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GB" sz="16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SendEmailToGroup</a:t>
            </a:r>
            <a:r>
              <a:rPr lang="en-GB" sz="1600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0" indent="0" algn="ctr">
              <a:buNone/>
            </a:pPr>
            <a:endParaRPr lang="en-GB" sz="1600" dirty="0">
              <a:solidFill>
                <a:srgbClr val="ADADA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GB" sz="1600" i="1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 there’s a better way</a:t>
            </a:r>
            <a:r>
              <a:rPr lang="en-GB" sz="1600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1600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Google Shape;61;p14">
            <a:extLst>
              <a:ext uri="{FF2B5EF4-FFF2-40B4-BE49-F238E27FC236}">
                <a16:creationId xmlns:a16="http://schemas.microsoft.com/office/drawing/2014/main" id="{3F4E0252-B6B9-65B6-392D-9A1765D7746A}"/>
              </a:ext>
            </a:extLst>
          </p:cNvPr>
          <p:cNvSpPr txBox="1">
            <a:spLocks/>
          </p:cNvSpPr>
          <p:nvPr/>
        </p:nvSpPr>
        <p:spPr>
          <a:xfrm>
            <a:off x="5664820" y="374681"/>
            <a:ext cx="3305962" cy="466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 typeface="Arial"/>
              <a:buNone/>
            </a:pPr>
            <a:r>
              <a:rPr lang="en-GB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struct {</a:t>
            </a:r>
            <a:endParaRPr lang="en-GB" sz="1800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Email     </a:t>
            </a:r>
            <a:r>
              <a:rPr lang="en-GB" sz="18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FirstName</a:t>
            </a:r>
            <a:r>
              <a:rPr lang="en-GB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LastName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 marL="0" indent="0">
              <a:buFont typeface="Arial"/>
              <a:buNone/>
            </a:pPr>
            <a:endParaRPr lang="en-GB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r>
              <a:rPr lang="en-GB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struct {</a:t>
            </a:r>
            <a:endParaRPr lang="en-GB" sz="1800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Email     </a:t>
            </a:r>
            <a:r>
              <a:rPr lang="en-GB" sz="18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8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GroupName</a:t>
            </a:r>
            <a:r>
              <a:rPr lang="en-GB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Font typeface="Arial"/>
              <a:buNone/>
            </a:pPr>
            <a:endParaRPr lang="en-GB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r>
              <a:rPr lang="en-GB" i="1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SendEmail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Font typeface="Arial"/>
              <a:buNone/>
            </a:pPr>
            <a:r>
              <a:rPr lang="en-GB" i="1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SendEmail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Font typeface="Arial"/>
              <a:buNone/>
            </a:pPr>
            <a:endParaRPr lang="en-GB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endParaRPr lang="en-GB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65123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D0E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9259C9F8-F490-9D6A-200D-C16A030C0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C0895FC0-532D-4A4B-AD48-58CD3B7BD7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Function to Method</a:t>
            </a:r>
            <a:endParaRPr dirty="0"/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C5A15BA7-8A91-1E49-1C2B-3ABEDCD16C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195411"/>
            <a:ext cx="3939146" cy="35957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 algn="ctr">
              <a:buNone/>
            </a:pPr>
            <a:r>
              <a:rPr lang="en-GB" sz="1600" dirty="0">
                <a:solidFill>
                  <a:srgbClr val="ADADAD"/>
                </a:solidFill>
              </a:rPr>
              <a:t>I can </a:t>
            </a:r>
            <a:r>
              <a:rPr lang="en-GB" sz="1600" i="1" dirty="0">
                <a:solidFill>
                  <a:srgbClr val="ADADAD"/>
                </a:solidFill>
              </a:rPr>
              <a:t>tie</a:t>
            </a:r>
            <a:r>
              <a:rPr lang="en-GB" sz="1600" dirty="0">
                <a:solidFill>
                  <a:srgbClr val="ADADAD"/>
                </a:solidFill>
              </a:rPr>
              <a:t> the </a:t>
            </a:r>
            <a:r>
              <a:rPr lang="en-GB" sz="16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function</a:t>
            </a:r>
            <a:r>
              <a:rPr lang="en-GB" sz="1600" dirty="0">
                <a:solidFill>
                  <a:srgbClr val="ADADAD"/>
                </a:solidFill>
              </a:rPr>
              <a:t> to a particular struct</a:t>
            </a:r>
          </a:p>
          <a:p>
            <a:pPr marL="0" indent="0" algn="ctr">
              <a:buNone/>
            </a:pPr>
            <a:endParaRPr lang="en-GB" sz="1600" dirty="0">
              <a:solidFill>
                <a:srgbClr val="ADADA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GB" sz="1600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way, if I wish to call </a:t>
            </a:r>
            <a:r>
              <a:rPr lang="en-GB" sz="16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SendEmail</a:t>
            </a:r>
            <a:r>
              <a:rPr lang="en-GB" sz="1600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I need to call it from the context of a </a:t>
            </a:r>
            <a:r>
              <a:rPr lang="en-GB" sz="1600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</a:p>
          <a:p>
            <a:pPr marL="0" indent="0" algn="ctr">
              <a:buNone/>
            </a:pPr>
            <a:endParaRPr lang="en-GB" sz="1600" dirty="0">
              <a:solidFill>
                <a:srgbClr val="ADADA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2" indent="0">
              <a:buNone/>
            </a:pP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 := </a:t>
            </a:r>
            <a:r>
              <a:rPr lang="en-GB" sz="1800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{}</a:t>
            </a:r>
          </a:p>
          <a:p>
            <a:pPr marL="914400" lvl="2" indent="0">
              <a:buNone/>
            </a:pPr>
            <a:r>
              <a:rPr lang="en-GB" sz="18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user.</a:t>
            </a:r>
            <a:r>
              <a:rPr lang="en-GB" sz="18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SendEmail</a:t>
            </a: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914400" lvl="2" indent="0">
              <a:buNone/>
            </a:pPr>
            <a:endParaRPr lang="en-GB" sz="1800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r>
              <a:rPr lang="en-GB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the </a:t>
            </a:r>
            <a:r>
              <a:rPr lang="en-GB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</a:t>
            </a:r>
            <a:r>
              <a:rPr lang="en-GB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receives</a:t>
            </a:r>
            <a:r>
              <a:rPr lang="en-GB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struct instance as a parameter which can be used in the body</a:t>
            </a:r>
          </a:p>
        </p:txBody>
      </p:sp>
      <p:sp>
        <p:nvSpPr>
          <p:cNvPr id="3" name="Google Shape;61;p14">
            <a:extLst>
              <a:ext uri="{FF2B5EF4-FFF2-40B4-BE49-F238E27FC236}">
                <a16:creationId xmlns:a16="http://schemas.microsoft.com/office/drawing/2014/main" id="{86BB298C-349B-CB9F-05BF-40F11133A1FB}"/>
              </a:ext>
            </a:extLst>
          </p:cNvPr>
          <p:cNvSpPr txBox="1">
            <a:spLocks/>
          </p:cNvSpPr>
          <p:nvPr/>
        </p:nvSpPr>
        <p:spPr>
          <a:xfrm>
            <a:off x="4571999" y="374681"/>
            <a:ext cx="4398783" cy="466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 typeface="Arial"/>
              <a:buNone/>
            </a:pPr>
            <a:r>
              <a:rPr lang="en-GB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struct {</a:t>
            </a:r>
            <a:endParaRPr lang="en-GB" sz="1800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Email     </a:t>
            </a:r>
            <a:r>
              <a:rPr lang="en-GB" sz="18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FirstName</a:t>
            </a:r>
            <a:r>
              <a:rPr lang="en-GB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LastName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 marL="0" indent="0">
              <a:buFont typeface="Arial"/>
              <a:buNone/>
            </a:pPr>
            <a:endParaRPr lang="en-GB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r>
              <a:rPr lang="en-GB" i="1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GB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GB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SendEmail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sendEmail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</a:t>
            </a:r>
            <a:r>
              <a:rPr lang="en-GB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.Email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fmt.</a:t>
            </a:r>
            <a:r>
              <a:rPr lang="en-GB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Sprintf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"Hi %s, here's an email"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</a:t>
            </a:r>
            <a:r>
              <a:rPr lang="en-GB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.FirstName</a:t>
            </a:r>
            <a:endParaRPr lang="en-GB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)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)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Font typeface="Arial"/>
              <a:buNone/>
            </a:pPr>
            <a:endParaRPr lang="en-GB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6538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D0E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FDF7B115-BA51-AC6B-B1B1-DFA003BFA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8B03130A-90FB-A483-4221-B90AB87D1D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Function to Method</a:t>
            </a:r>
            <a:endParaRPr dirty="0"/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74A37E6F-857C-9AB7-F98A-6DA5B3C128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967075"/>
            <a:ext cx="3827633" cy="28241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 algn="ctr">
              <a:buNone/>
            </a:pPr>
            <a:r>
              <a:rPr lang="en-GB" sz="1600" dirty="0">
                <a:solidFill>
                  <a:srgbClr val="ADADAD"/>
                </a:solidFill>
              </a:rPr>
              <a:t>And we can have as many of these </a:t>
            </a:r>
            <a:r>
              <a:rPr lang="en-GB" sz="16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SendEmail</a:t>
            </a:r>
            <a:r>
              <a:rPr lang="en-GB" sz="1600" dirty="0">
                <a:solidFill>
                  <a:srgbClr val="ADADAD"/>
                </a:solidFill>
              </a:rPr>
              <a:t> </a:t>
            </a:r>
            <a:r>
              <a:rPr lang="en-GB" sz="16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functions</a:t>
            </a:r>
            <a:r>
              <a:rPr lang="en-GB" sz="1600" dirty="0">
                <a:solidFill>
                  <a:srgbClr val="ADADAD"/>
                </a:solidFill>
              </a:rPr>
              <a:t> as we want with different </a:t>
            </a:r>
            <a:r>
              <a:rPr lang="en-GB" sz="16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receivers</a:t>
            </a:r>
          </a:p>
          <a:p>
            <a:pPr marL="0" indent="0" algn="ctr">
              <a:buNone/>
            </a:pPr>
            <a:endParaRPr lang="en-GB" sz="1600" dirty="0">
              <a:solidFill>
                <a:srgbClr val="ADADA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GB" sz="1600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is </a:t>
            </a:r>
            <a:r>
              <a:rPr lang="en-GB" sz="1600" i="1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though</a:t>
            </a:r>
            <a:r>
              <a:rPr lang="en-GB" sz="1600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name is different</a:t>
            </a:r>
          </a:p>
        </p:txBody>
      </p:sp>
      <p:sp>
        <p:nvSpPr>
          <p:cNvPr id="3" name="Google Shape;61;p14">
            <a:extLst>
              <a:ext uri="{FF2B5EF4-FFF2-40B4-BE49-F238E27FC236}">
                <a16:creationId xmlns:a16="http://schemas.microsoft.com/office/drawing/2014/main" id="{06656A46-8670-E16A-C5C7-70D804D9F732}"/>
              </a:ext>
            </a:extLst>
          </p:cNvPr>
          <p:cNvSpPr txBox="1">
            <a:spLocks/>
          </p:cNvSpPr>
          <p:nvPr/>
        </p:nvSpPr>
        <p:spPr>
          <a:xfrm>
            <a:off x="4571999" y="374681"/>
            <a:ext cx="4398783" cy="466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 typeface="Arial"/>
              <a:buNone/>
            </a:pPr>
            <a:r>
              <a:rPr lang="en-GB" sz="16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struct {</a:t>
            </a:r>
          </a:p>
          <a:p>
            <a:pPr marL="0" indent="0">
              <a:buFont typeface="Arial"/>
              <a:buNone/>
            </a:pP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Email     </a:t>
            </a:r>
            <a:r>
              <a:rPr lang="en-GB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6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GroupName</a:t>
            </a:r>
            <a:r>
              <a:rPr lang="en-GB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string</a:t>
            </a:r>
          </a:p>
          <a:p>
            <a:pPr marL="0" indent="0">
              <a:buFont typeface="Arial"/>
              <a:buNone/>
            </a:pP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 marL="0" indent="0">
              <a:buFont typeface="Arial"/>
              <a:buNone/>
            </a:pPr>
            <a:endParaRPr lang="en-GB" sz="1600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r>
              <a:rPr lang="en-GB" sz="1600" i="1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GB"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GB" sz="16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SendEmail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 marL="0" indent="0">
              <a:buFont typeface="Arial"/>
              <a:buNone/>
            </a:pP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6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sendEmail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marL="0" indent="0">
              <a:buFont typeface="Arial"/>
              <a:buNone/>
            </a:pP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600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GB" sz="16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.Email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pPr marL="0" indent="0">
              <a:buFont typeface="Arial"/>
              <a:buNone/>
            </a:pP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6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fmt.</a:t>
            </a:r>
            <a:r>
              <a:rPr lang="en-GB" sz="16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Sprintf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marL="0" indent="0">
              <a:buFont typeface="Arial"/>
              <a:buNone/>
            </a:pP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"Hi %s, here's an email"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Font typeface="Arial"/>
              <a:buNone/>
            </a:pP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sz="1600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GB" sz="16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.GroupName</a:t>
            </a:r>
            <a:endParaRPr lang="en-GB" sz="1600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)</a:t>
            </a:r>
          </a:p>
          <a:p>
            <a:pPr marL="0" indent="0">
              <a:buFont typeface="Arial"/>
              <a:buNone/>
            </a:pP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)</a:t>
            </a:r>
          </a:p>
          <a:p>
            <a:pPr marL="0" indent="0">
              <a:buFont typeface="Arial"/>
              <a:buNone/>
            </a:pP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Font typeface="Arial"/>
              <a:buNone/>
            </a:pPr>
            <a:endParaRPr lang="en-GB" sz="1600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33281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D0E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8530537A-B1F1-06F0-4A76-0A8B04EE4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FC0C06F6-2FE5-4241-1989-AFBB138EDC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Modifying</a:t>
            </a:r>
            <a:endParaRPr dirty="0"/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EAAF7916-6475-C474-C290-6F063DAEDA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427355"/>
            <a:ext cx="3827633" cy="33638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 algn="ctr">
              <a:buNone/>
            </a:pPr>
            <a:r>
              <a:rPr lang="en-GB" sz="1600" dirty="0">
                <a:solidFill>
                  <a:srgbClr val="ADADAD"/>
                </a:solidFill>
              </a:rPr>
              <a:t>Lets take the </a:t>
            </a:r>
            <a:r>
              <a:rPr lang="en-GB" sz="1600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sz="1600" dirty="0">
                <a:solidFill>
                  <a:srgbClr val="ADADAD"/>
                </a:solidFill>
              </a:rPr>
              <a:t> struct again…</a:t>
            </a:r>
          </a:p>
          <a:p>
            <a:pPr marL="0" indent="0" algn="ctr">
              <a:buNone/>
            </a:pPr>
            <a:endParaRPr lang="en-GB" sz="1600" dirty="0">
              <a:solidFill>
                <a:srgbClr val="ADADA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GB" sz="1600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want a </a:t>
            </a:r>
            <a:r>
              <a:rPr lang="en-GB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</a:t>
            </a:r>
            <a:r>
              <a:rPr lang="en-GB" sz="1600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which modifies the struct instance to, say, update the email address…</a:t>
            </a:r>
          </a:p>
          <a:p>
            <a:pPr marL="0" indent="0" algn="ctr">
              <a:buNone/>
            </a:pPr>
            <a:endParaRPr lang="en-GB" sz="1600" dirty="0">
              <a:solidFill>
                <a:srgbClr val="ADADA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GB" sz="1600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write this on the right…</a:t>
            </a:r>
          </a:p>
          <a:p>
            <a:pPr marL="0" indent="0" algn="ctr">
              <a:buNone/>
            </a:pPr>
            <a:endParaRPr lang="en-GB" sz="1600" dirty="0">
              <a:solidFill>
                <a:srgbClr val="ADADA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GB" sz="1600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does it print?</a:t>
            </a:r>
            <a:endParaRPr lang="en-GB" sz="1600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Google Shape;61;p14">
            <a:extLst>
              <a:ext uri="{FF2B5EF4-FFF2-40B4-BE49-F238E27FC236}">
                <a16:creationId xmlns:a16="http://schemas.microsoft.com/office/drawing/2014/main" id="{6A3DA12E-41A6-6983-70F9-7F2570454219}"/>
              </a:ext>
            </a:extLst>
          </p:cNvPr>
          <p:cNvSpPr txBox="1">
            <a:spLocks/>
          </p:cNvSpPr>
          <p:nvPr/>
        </p:nvSpPr>
        <p:spPr>
          <a:xfrm>
            <a:off x="4460488" y="383602"/>
            <a:ext cx="4719936" cy="466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 typeface="Arial"/>
              <a:buNone/>
            </a:pPr>
            <a:r>
              <a:rPr lang="en-GB" sz="16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struct {</a:t>
            </a:r>
          </a:p>
          <a:p>
            <a:pPr marL="0" indent="0">
              <a:buFont typeface="Arial"/>
              <a:buNone/>
            </a:pP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Email     </a:t>
            </a:r>
            <a:r>
              <a:rPr lang="en-GB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FirstName</a:t>
            </a:r>
            <a:r>
              <a:rPr lang="en-GB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string</a:t>
            </a:r>
          </a:p>
          <a:p>
            <a:pPr marL="0" indent="0">
              <a:buFont typeface="Arial"/>
              <a:buNone/>
            </a:pP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LastName  </a:t>
            </a:r>
            <a:r>
              <a:rPr lang="en-GB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 marL="0" indent="0">
              <a:buFont typeface="Arial"/>
              <a:buNone/>
            </a:pPr>
            <a:endParaRPr lang="en-GB" sz="1600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r>
              <a:rPr lang="en-GB" sz="1600" i="1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GB"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GB" sz="16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UpdateEmail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buFont typeface="Arial"/>
              <a:buNone/>
            </a:pP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600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</a:t>
            </a:r>
            <a:r>
              <a:rPr lang="en-GB" sz="16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.Email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  <a:p>
            <a:pPr marL="0" indent="0">
              <a:buFont typeface="Arial"/>
              <a:buNone/>
            </a:pP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Font typeface="Arial"/>
              <a:buNone/>
            </a:pPr>
            <a:endParaRPr lang="en-GB" sz="1600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r>
              <a:rPr lang="en-GB"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:= </a:t>
            </a:r>
            <a:r>
              <a:rPr lang="en-GB" sz="1600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email: </a:t>
            </a:r>
            <a:r>
              <a:rPr lang="en-GB" sz="16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sz="1600" dirty="0" err="1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a@b.com</a:t>
            </a:r>
            <a:r>
              <a:rPr lang="en-GB" sz="16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Font typeface="Arial"/>
              <a:buNone/>
            </a:pPr>
            <a:r>
              <a:rPr lang="en-GB" sz="1600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sz="16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GB" sz="16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UpdateEmail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6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sz="1600" dirty="0" err="1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z@b.com</a:t>
            </a:r>
            <a:r>
              <a:rPr lang="en-GB" sz="16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Font typeface="Arial"/>
              <a:buNone/>
            </a:pPr>
            <a:endParaRPr lang="en-GB" sz="1600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r>
              <a:rPr lang="en-GB" sz="16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println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600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sz="16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.Email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76657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D0E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B82D5819-DA2E-798A-37C2-FFBDFBF98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43553E3C-5316-A622-A71F-C96418758C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Modifying</a:t>
            </a:r>
            <a:endParaRPr dirty="0"/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1C2BE1F7-F29E-EB79-37E6-05393BCE37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427355"/>
            <a:ext cx="3827633" cy="33638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 algn="ctr">
              <a:buNone/>
            </a:pPr>
            <a:r>
              <a:rPr lang="en-GB" sz="1600" dirty="0">
                <a:solidFill>
                  <a:srgbClr val="ADADAD"/>
                </a:solidFill>
              </a:rPr>
              <a:t>It’ll print the original email address!</a:t>
            </a:r>
          </a:p>
          <a:p>
            <a:pPr marL="0" indent="0" algn="ctr">
              <a:buNone/>
            </a:pPr>
            <a:endParaRPr lang="en-GB" sz="1600" dirty="0">
              <a:solidFill>
                <a:srgbClr val="ADADA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GB" sz="1600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GB" sz="1600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have in </a:t>
            </a:r>
            <a:r>
              <a:rPr lang="en-GB" sz="1600" dirty="0" err="1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UpdateEmail</a:t>
            </a:r>
            <a:r>
              <a:rPr lang="en-GB" sz="1600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a </a:t>
            </a:r>
            <a:r>
              <a:rPr lang="en-GB" sz="1600" i="1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</a:t>
            </a:r>
            <a:r>
              <a:rPr lang="en-GB" sz="1600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the struct</a:t>
            </a:r>
          </a:p>
          <a:p>
            <a:pPr marL="0" indent="0" algn="ctr">
              <a:buNone/>
            </a:pPr>
            <a:endParaRPr lang="en-GB" sz="1600" dirty="0">
              <a:solidFill>
                <a:srgbClr val="ADADA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GB" sz="1600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is </a:t>
            </a:r>
            <a:r>
              <a:rPr lang="en-GB" sz="1600" b="1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en-GB" sz="1600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original struct (</a:t>
            </a:r>
            <a:r>
              <a:rPr lang="en-GB" sz="1400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value of the </a:t>
            </a:r>
            <a:r>
              <a:rPr lang="en-GB" sz="14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sz="1400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variable</a:t>
            </a:r>
            <a:r>
              <a:rPr lang="en-GB" sz="1600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GB" sz="1600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Google Shape;61;p14">
            <a:extLst>
              <a:ext uri="{FF2B5EF4-FFF2-40B4-BE49-F238E27FC236}">
                <a16:creationId xmlns:a16="http://schemas.microsoft.com/office/drawing/2014/main" id="{11875DE5-0186-6365-79AE-F7EC8F0CFE84}"/>
              </a:ext>
            </a:extLst>
          </p:cNvPr>
          <p:cNvSpPr txBox="1">
            <a:spLocks/>
          </p:cNvSpPr>
          <p:nvPr/>
        </p:nvSpPr>
        <p:spPr>
          <a:xfrm>
            <a:off x="4460488" y="383602"/>
            <a:ext cx="4719936" cy="466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 typeface="Arial"/>
              <a:buNone/>
            </a:pPr>
            <a:r>
              <a:rPr lang="en-GB" sz="16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struct {</a:t>
            </a:r>
          </a:p>
          <a:p>
            <a:pPr marL="0" indent="0">
              <a:buFont typeface="Arial"/>
              <a:buNone/>
            </a:pP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Email     </a:t>
            </a:r>
            <a:r>
              <a:rPr lang="en-GB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FirstName</a:t>
            </a:r>
            <a:r>
              <a:rPr lang="en-GB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string</a:t>
            </a:r>
          </a:p>
          <a:p>
            <a:pPr marL="0" indent="0">
              <a:buFont typeface="Arial"/>
              <a:buNone/>
            </a:pP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LastName  </a:t>
            </a:r>
            <a:r>
              <a:rPr lang="en-GB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 marL="0" indent="0">
              <a:buFont typeface="Arial"/>
              <a:buNone/>
            </a:pPr>
            <a:endParaRPr lang="en-GB" sz="1600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r>
              <a:rPr lang="en-GB" sz="1600" i="1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GB"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GB" sz="16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UpdateEmail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buFont typeface="Arial"/>
              <a:buNone/>
            </a:pP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600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</a:t>
            </a:r>
            <a:r>
              <a:rPr lang="en-GB" sz="16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.Email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  <a:p>
            <a:pPr marL="0" indent="0">
              <a:buFont typeface="Arial"/>
              <a:buNone/>
            </a:pP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Font typeface="Arial"/>
              <a:buNone/>
            </a:pPr>
            <a:endParaRPr lang="en-GB" sz="1600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r>
              <a:rPr lang="en-GB"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:= </a:t>
            </a:r>
            <a:r>
              <a:rPr lang="en-GB" sz="1600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email: </a:t>
            </a:r>
            <a:r>
              <a:rPr lang="en-GB" sz="16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sz="1600" dirty="0" err="1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a@b.com</a:t>
            </a:r>
            <a:r>
              <a:rPr lang="en-GB" sz="16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Font typeface="Arial"/>
              <a:buNone/>
            </a:pPr>
            <a:r>
              <a:rPr lang="en-GB" sz="1600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sz="16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GB" sz="16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UpdateEmail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6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sz="1600" dirty="0" err="1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z@b.com</a:t>
            </a:r>
            <a:r>
              <a:rPr lang="en-GB" sz="16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Font typeface="Arial"/>
              <a:buNone/>
            </a:pPr>
            <a:endParaRPr lang="en-GB" sz="1600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r>
              <a:rPr lang="en-GB" sz="16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println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600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sz="16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.Email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286263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D0E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F910700A-CB45-ED94-C2A7-3886A7AB2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8748F302-DABF-0C68-D7B5-EC425FE88F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Modifying</a:t>
            </a:r>
            <a:endParaRPr dirty="0"/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7AC38549-7B94-CBBE-242F-351A9DB11B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775274"/>
            <a:ext cx="3827633" cy="30159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 algn="ctr">
              <a:buNone/>
            </a:pPr>
            <a:r>
              <a:rPr lang="en-GB" sz="1600" dirty="0">
                <a:solidFill>
                  <a:srgbClr val="ADADAD"/>
                </a:solidFill>
              </a:rPr>
              <a:t>What we want to </a:t>
            </a:r>
            <a:r>
              <a:rPr lang="en-GB" sz="16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receive</a:t>
            </a:r>
            <a:r>
              <a:rPr lang="en-GB" sz="1600" dirty="0">
                <a:solidFill>
                  <a:srgbClr val="ADADAD"/>
                </a:solidFill>
              </a:rPr>
              <a:t> is a </a:t>
            </a:r>
            <a:r>
              <a:rPr lang="en-GB" sz="1600" i="1" dirty="0">
                <a:solidFill>
                  <a:srgbClr val="ADADAD"/>
                </a:solidFill>
              </a:rPr>
              <a:t>pointer</a:t>
            </a:r>
            <a:r>
              <a:rPr lang="en-GB" sz="1600" dirty="0">
                <a:solidFill>
                  <a:srgbClr val="ADADAD"/>
                </a:solidFill>
              </a:rPr>
              <a:t> to the original struct instance</a:t>
            </a:r>
          </a:p>
          <a:p>
            <a:pPr marL="0" indent="0" algn="ctr">
              <a:buNone/>
            </a:pPr>
            <a:endParaRPr lang="en-GB" sz="1600" dirty="0">
              <a:solidFill>
                <a:srgbClr val="ADADA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GB" sz="1600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this, we use the </a:t>
            </a:r>
            <a:r>
              <a:rPr lang="en-GB" sz="1600" dirty="0">
                <a:solidFill>
                  <a:srgbClr val="DF8E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asterisk</a:t>
            </a:r>
            <a:r>
              <a:rPr lang="en-GB" sz="1600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character to denote a </a:t>
            </a:r>
            <a:r>
              <a:rPr lang="en-GB" sz="1600" dirty="0">
                <a:solidFill>
                  <a:srgbClr val="DF8E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mutable</a:t>
            </a:r>
            <a:r>
              <a:rPr lang="en-GB" sz="1600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variable</a:t>
            </a:r>
          </a:p>
          <a:p>
            <a:pPr marL="0" indent="0" algn="ctr">
              <a:buNone/>
            </a:pPr>
            <a:endParaRPr lang="en-GB" sz="1600" dirty="0">
              <a:solidFill>
                <a:srgbClr val="ADADA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GB" sz="1600" dirty="0" err="1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Nooow</a:t>
            </a:r>
            <a:r>
              <a:rPr lang="en-GB" sz="1600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this will print </a:t>
            </a:r>
            <a:r>
              <a:rPr lang="en-GB" sz="1600" dirty="0" err="1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z@b.com</a:t>
            </a:r>
            <a:endParaRPr lang="en-GB" sz="1600" dirty="0">
              <a:solidFill>
                <a:srgbClr val="92D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61;p14">
            <a:extLst>
              <a:ext uri="{FF2B5EF4-FFF2-40B4-BE49-F238E27FC236}">
                <a16:creationId xmlns:a16="http://schemas.microsoft.com/office/drawing/2014/main" id="{F26CE34B-1A7A-D2DC-C29E-91C75C0D7161}"/>
              </a:ext>
            </a:extLst>
          </p:cNvPr>
          <p:cNvSpPr txBox="1">
            <a:spLocks/>
          </p:cNvSpPr>
          <p:nvPr/>
        </p:nvSpPr>
        <p:spPr>
          <a:xfrm>
            <a:off x="4344515" y="383602"/>
            <a:ext cx="4835909" cy="466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 typeface="Arial"/>
              <a:buNone/>
            </a:pPr>
            <a:r>
              <a:rPr lang="en-GB" sz="16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struct {</a:t>
            </a:r>
          </a:p>
          <a:p>
            <a:pPr marL="0" indent="0">
              <a:buFont typeface="Arial"/>
              <a:buNone/>
            </a:pP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Email     </a:t>
            </a:r>
            <a:r>
              <a:rPr lang="en-GB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FirstName</a:t>
            </a:r>
            <a:r>
              <a:rPr lang="en-GB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string</a:t>
            </a:r>
          </a:p>
          <a:p>
            <a:pPr marL="0" indent="0">
              <a:buFont typeface="Arial"/>
              <a:buNone/>
            </a:pP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LastName  </a:t>
            </a:r>
            <a:r>
              <a:rPr lang="en-GB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 marL="0" indent="0">
              <a:buFont typeface="Arial"/>
              <a:buNone/>
            </a:pPr>
            <a:endParaRPr lang="en-GB" sz="1600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r>
              <a:rPr lang="en-GB" sz="1600" i="1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GB"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dirty="0">
                <a:solidFill>
                  <a:srgbClr val="DF8E9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GB" sz="1600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GB" sz="16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UpdateEmail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buFont typeface="Arial"/>
              <a:buNone/>
            </a:pP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600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</a:t>
            </a:r>
            <a:r>
              <a:rPr lang="en-GB" sz="16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.Email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  <a:p>
            <a:pPr marL="0" indent="0">
              <a:buFont typeface="Arial"/>
              <a:buNone/>
            </a:pP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Font typeface="Arial"/>
              <a:buNone/>
            </a:pPr>
            <a:endParaRPr lang="en-GB" sz="1600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r>
              <a:rPr lang="en-GB" sz="16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:= </a:t>
            </a:r>
            <a:r>
              <a:rPr lang="en-GB" sz="1600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email: </a:t>
            </a:r>
            <a:r>
              <a:rPr lang="en-GB" sz="16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sz="1600" dirty="0" err="1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a@b.com</a:t>
            </a:r>
            <a:r>
              <a:rPr lang="en-GB" sz="16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Font typeface="Arial"/>
              <a:buNone/>
            </a:pPr>
            <a:r>
              <a:rPr lang="en-GB" sz="1600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sz="16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GB" sz="16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UpdateEmail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6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sz="1600" dirty="0" err="1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z@b.com</a:t>
            </a:r>
            <a:r>
              <a:rPr lang="en-GB" sz="16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Font typeface="Arial"/>
              <a:buNone/>
            </a:pPr>
            <a:endParaRPr lang="en-GB" sz="1600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r>
              <a:rPr lang="en-GB" sz="16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println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600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sz="16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.Email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4934278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D121E76F5CE646A9C07870EBB94916" ma:contentTypeVersion="17" ma:contentTypeDescription="Create a new document." ma:contentTypeScope="" ma:versionID="e3b6a8ecde2ea9be8e4caddae6578eef">
  <xsd:schema xmlns:xsd="http://www.w3.org/2001/XMLSchema" xmlns:xs="http://www.w3.org/2001/XMLSchema" xmlns:p="http://schemas.microsoft.com/office/2006/metadata/properties" xmlns:ns2="2188b33a-ea31-47d6-863c-676f867f4f7c" xmlns:ns3="92de9fe7-1fd6-4961-9268-6c7d765b3eb0" targetNamespace="http://schemas.microsoft.com/office/2006/metadata/properties" ma:root="true" ma:fieldsID="27a74fa29da2619acee843a7e8eb736c" ns2:_="" ns3:_="">
    <xsd:import namespace="2188b33a-ea31-47d6-863c-676f867f4f7c"/>
    <xsd:import namespace="92de9fe7-1fd6-4961-9268-6c7d765b3eb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88b33a-ea31-47d6-863c-676f867f4f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b3623ea3-be23-4189-a25b-bcadb097ef1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de9fe7-1fd6-4961-9268-6c7d765b3eb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206ce121-5c6e-41cc-9241-cd5e84b5f9a6}" ma:internalName="TaxCatchAll" ma:showField="CatchAllData" ma:web="92de9fe7-1fd6-4961-9268-6c7d765b3eb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55D6FC0-9001-4E47-A913-8B2AC1EB5DA8}">
  <ds:schemaRefs>
    <ds:schemaRef ds:uri="2188b33a-ea31-47d6-863c-676f867f4f7c"/>
    <ds:schemaRef ds:uri="92de9fe7-1fd6-4961-9268-6c7d765b3eb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96A67A7-5BD1-4C80-AEC7-410D927B43A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552</TotalTime>
  <Words>1305</Words>
  <Application>Microsoft Macintosh PowerPoint</Application>
  <PresentationFormat>On-screen Show (16:9)</PresentationFormat>
  <Paragraphs>244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Courier New</vt:lpstr>
      <vt:lpstr>Simple Dark</vt:lpstr>
      <vt:lpstr>Functions</vt:lpstr>
      <vt:lpstr>Haven’t we been using functions already?</vt:lpstr>
      <vt:lpstr>How to call a function</vt:lpstr>
      <vt:lpstr>What goes into a function?</vt:lpstr>
      <vt:lpstr>Let’s map an example</vt:lpstr>
      <vt:lpstr>Let’s map an example to a function signature</vt:lpstr>
      <vt:lpstr>Now to implement the function</vt:lpstr>
      <vt:lpstr>Aaaand that’s it, we can call it…</vt:lpstr>
      <vt:lpstr>What else can we do?</vt:lpstr>
      <vt:lpstr>Methods</vt:lpstr>
      <vt:lpstr>What is a method?</vt:lpstr>
      <vt:lpstr>Example…</vt:lpstr>
      <vt:lpstr>Example…</vt:lpstr>
      <vt:lpstr>Function to Method</vt:lpstr>
      <vt:lpstr>Function to Method</vt:lpstr>
      <vt:lpstr>Modifying</vt:lpstr>
      <vt:lpstr>Modifying</vt:lpstr>
      <vt:lpstr>Modifying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UNIX Text Processing</dc:title>
  <cp:lastModifiedBy>Carrington, Ben</cp:lastModifiedBy>
  <cp:revision>17</cp:revision>
  <dcterms:modified xsi:type="dcterms:W3CDTF">2025-06-23T09:08:54Z</dcterms:modified>
</cp:coreProperties>
</file>