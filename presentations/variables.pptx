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3"/>
  </p:sldMasterIdLst>
  <p:notesMasterIdLst>
    <p:notesMasterId r:id="rId23"/>
  </p:notesMasterIdLst>
  <p:sldIdLst>
    <p:sldId id="348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9" r:id="rId14"/>
    <p:sldId id="380" r:id="rId15"/>
    <p:sldId id="373" r:id="rId16"/>
    <p:sldId id="375" r:id="rId17"/>
    <p:sldId id="374" r:id="rId18"/>
    <p:sldId id="376" r:id="rId19"/>
    <p:sldId id="381" r:id="rId20"/>
    <p:sldId id="377" r:id="rId21"/>
    <p:sldId id="378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C0D"/>
    <a:srgbClr val="B9B2E7"/>
    <a:srgbClr val="DFAEAD"/>
    <a:srgbClr val="DF8E90"/>
    <a:srgbClr val="8E7CC3"/>
    <a:srgbClr val="ADEABC"/>
    <a:srgbClr val="ADADAD"/>
    <a:srgbClr val="A592E7"/>
    <a:srgbClr val="371754"/>
    <a:srgbClr val="421D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1596E-2AEC-5E4B-8E74-082C8D1DE87C}" v="16" dt="2024-05-22T14:28:04.653"/>
  </p1510:revLst>
</p1510:revInfo>
</file>

<file path=ppt/tableStyles.xml><?xml version="1.0" encoding="utf-8"?>
<a:tblStyleLst xmlns:a="http://schemas.openxmlformats.org/drawingml/2006/main" def="{B2620347-C025-4E77-A790-17E104F87EA8}">
  <a:tblStyle styleId="{B2620347-C025-4E77-A790-17E104F87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01"/>
    <p:restoredTop sz="94641"/>
  </p:normalViewPr>
  <p:slideViewPr>
    <p:cSldViewPr snapToGrid="0">
      <p:cViewPr varScale="1">
        <p:scale>
          <a:sx n="290" d="100"/>
          <a:sy n="290" d="100"/>
        </p:scale>
        <p:origin x="200" y="4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ngton, Ben" userId="1130aac0-c87a-4916-9ba1-bee1bba910c3" providerId="ADAL" clId="{7C71596E-2AEC-5E4B-8E74-082C8D1DE87C}"/>
    <pc:docChg chg="undo custSel addSld delSld modSld modMainMaster">
      <pc:chgData name="Carrington, Ben" userId="1130aac0-c87a-4916-9ba1-bee1bba910c3" providerId="ADAL" clId="{7C71596E-2AEC-5E4B-8E74-082C8D1DE87C}" dt="2024-05-22T14:28:04.653" v="188" actId="20577"/>
      <pc:docMkLst>
        <pc:docMk/>
      </pc:docMkLst>
      <pc:sldChg chg="addSp delSp modSp del mod setBg">
        <pc:chgData name="Carrington, Ben" userId="1130aac0-c87a-4916-9ba1-bee1bba910c3" providerId="ADAL" clId="{7C71596E-2AEC-5E4B-8E74-082C8D1DE87C}" dt="2024-04-29T07:56:46.793" v="85" actId="2696"/>
        <pc:sldMkLst>
          <pc:docMk/>
          <pc:sldMk cId="0" sldId="256"/>
        </pc:sldMkLst>
        <pc:spChg chg="add mod">
          <ac:chgData name="Carrington, Ben" userId="1130aac0-c87a-4916-9ba1-bee1bba910c3" providerId="ADAL" clId="{7C71596E-2AEC-5E4B-8E74-082C8D1DE87C}" dt="2024-04-29T07:49:22.052" v="37" actId="207"/>
          <ac:spMkLst>
            <pc:docMk/>
            <pc:sldMk cId="0" sldId="256"/>
            <ac:spMk id="2" creationId="{1891DABC-68AD-3F46-E293-6F9D9D52B069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4" creationId="{EA4A9C42-7E44-8330-79A7-7BEB6368B61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5" creationId="{4D52F670-1E9C-E19F-EDE8-88B9BCA63E9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6" creationId="{CB808ED6-AF88-4FB9-68EB-6D5218D95871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7" creationId="{810E134F-8BD4-8A6E-8175-EC7E141B57AA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8" creationId="{8D2BB34C-F000-1320-4317-8783FCD6B49E}"/>
          </ac:spMkLst>
        </pc:spChg>
        <pc:spChg chg="add mod">
          <ac:chgData name="Carrington, Ben" userId="1130aac0-c87a-4916-9ba1-bee1bba910c3" providerId="ADAL" clId="{7C71596E-2AEC-5E4B-8E74-082C8D1DE87C}" dt="2024-04-29T07:48:43.176" v="36"/>
          <ac:spMkLst>
            <pc:docMk/>
            <pc:sldMk cId="0" sldId="256"/>
            <ac:spMk id="9" creationId="{0FD6BC87-C8ED-2765-2334-14CCC126087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1" creationId="{B476C6BF-6A10-712F-C6FA-F6A1B9156B4C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2" creationId="{871E633D-8BF6-0CD5-E3A5-6B2870A8A55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3" creationId="{579CFA44-80CF-2EB0-C6ED-CA847E450F9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4" creationId="{5C339161-C9D3-C35B-D5B9-911CDC1540E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5" creationId="{9DCF46DD-08B4-CC53-3CF6-DA7446C302FA}"/>
          </ac:spMkLst>
        </pc:spChg>
        <pc:spChg chg="add mod">
          <ac:chgData name="Carrington, Ben" userId="1130aac0-c87a-4916-9ba1-bee1bba910c3" providerId="ADAL" clId="{7C71596E-2AEC-5E4B-8E74-082C8D1DE87C}" dt="2024-04-29T07:50:53.514" v="66" actId="20577"/>
          <ac:spMkLst>
            <pc:docMk/>
            <pc:sldMk cId="0" sldId="256"/>
            <ac:spMk id="16" creationId="{20EEA392-9CDB-FD28-FEB1-86DD0F5CD0B9}"/>
          </ac:spMkLst>
        </pc:spChg>
        <pc:spChg chg="del">
          <ac:chgData name="Carrington, Ben" userId="1130aac0-c87a-4916-9ba1-bee1bba910c3" providerId="ADAL" clId="{7C71596E-2AEC-5E4B-8E74-082C8D1DE87C}" dt="2024-04-29T07:50:13.036" v="42" actId="478"/>
          <ac:spMkLst>
            <pc:docMk/>
            <pc:sldMk cId="0" sldId="256"/>
            <ac:spMk id="54" creationId="{00000000-0000-0000-0000-000000000000}"/>
          </ac:spMkLst>
        </pc:spChg>
        <pc:grpChg chg="add del mod">
          <ac:chgData name="Carrington, Ben" userId="1130aac0-c87a-4916-9ba1-bee1bba910c3" providerId="ADAL" clId="{7C71596E-2AEC-5E4B-8E74-082C8D1DE87C}" dt="2024-04-29T07:50:14.470" v="43" actId="478"/>
          <ac:grpSpMkLst>
            <pc:docMk/>
            <pc:sldMk cId="0" sldId="256"/>
            <ac:grpSpMk id="3" creationId="{65166D00-089A-EED2-083D-95E94489E9EF}"/>
          </ac:grpSpMkLst>
        </pc:grpChg>
        <pc:grpChg chg="add mod">
          <ac:chgData name="Carrington, Ben" userId="1130aac0-c87a-4916-9ba1-bee1bba910c3" providerId="ADAL" clId="{7C71596E-2AEC-5E4B-8E74-082C8D1DE87C}" dt="2024-04-29T07:49:27.891" v="38"/>
          <ac:grpSpMkLst>
            <pc:docMk/>
            <pc:sldMk cId="0" sldId="256"/>
            <ac:grpSpMk id="10" creationId="{C71CF2D8-7980-B7DE-7F36-E51A6A01265A}"/>
          </ac:grpSpMkLst>
        </pc:grpChg>
        <pc:picChg chg="add del">
          <ac:chgData name="Carrington, Ben" userId="1130aac0-c87a-4916-9ba1-bee1bba910c3" providerId="ADAL" clId="{7C71596E-2AEC-5E4B-8E74-082C8D1DE87C}" dt="2024-04-29T07:50:13.036" v="42" actId="478"/>
          <ac:picMkLst>
            <pc:docMk/>
            <pc:sldMk cId="0" sldId="256"/>
            <ac:picMk id="1026" creationId="{E6EECED0-4824-AC85-779B-825C51705F9B}"/>
          </ac:picMkLst>
        </pc:picChg>
        <pc:picChg chg="add mod">
          <ac:chgData name="Carrington, Ben" userId="1130aac0-c87a-4916-9ba1-bee1bba910c3" providerId="ADAL" clId="{7C71596E-2AEC-5E4B-8E74-082C8D1DE87C}" dt="2024-04-29T07:55:54.938" v="81" actId="1076"/>
          <ac:picMkLst>
            <pc:docMk/>
            <pc:sldMk cId="0" sldId="256"/>
            <ac:picMk id="1028" creationId="{942131FF-A57E-C155-E4D0-77264AA1BA6F}"/>
          </ac:picMkLst>
        </pc:picChg>
      </pc:sldChg>
      <pc:sldChg chg="addSp modSp mod">
        <pc:chgData name="Carrington, Ben" userId="1130aac0-c87a-4916-9ba1-bee1bba910c3" providerId="ADAL" clId="{7C71596E-2AEC-5E4B-8E74-082C8D1DE87C}" dt="2024-04-29T07:52:19.374" v="79"/>
        <pc:sldMkLst>
          <pc:docMk/>
          <pc:sldMk cId="0" sldId="257"/>
        </pc:sldMkLst>
        <pc:spChg chg="mod">
          <ac:chgData name="Carrington, Ben" userId="1130aac0-c87a-4916-9ba1-bee1bba910c3" providerId="ADAL" clId="{7C71596E-2AEC-5E4B-8E74-082C8D1DE87C}" dt="2024-04-29T07:44:09.552" v="0" actId="27636"/>
          <ac:spMkLst>
            <pc:docMk/>
            <pc:sldMk cId="0" sldId="257"/>
            <ac:spMk id="61" creationId="{00000000-0000-0000-0000-000000000000}"/>
          </ac:spMkLst>
        </pc:spChg>
        <pc:picChg chg="add">
          <ac:chgData name="Carrington, Ben" userId="1130aac0-c87a-4916-9ba1-bee1bba910c3" providerId="ADAL" clId="{7C71596E-2AEC-5E4B-8E74-082C8D1DE87C}" dt="2024-04-29T07:52:16.949" v="77"/>
          <ac:picMkLst>
            <pc:docMk/>
            <pc:sldMk cId="0" sldId="257"/>
            <ac:picMk id="3074" creationId="{20E7C3C8-1A3B-F1DC-0F0F-30C33DAB7051}"/>
          </ac:picMkLst>
        </pc:picChg>
        <pc:picChg chg="add mod">
          <ac:chgData name="Carrington, Ben" userId="1130aac0-c87a-4916-9ba1-bee1bba910c3" providerId="ADAL" clId="{7C71596E-2AEC-5E4B-8E74-082C8D1DE87C}" dt="2024-04-29T07:52:19.374" v="79"/>
          <ac:picMkLst>
            <pc:docMk/>
            <pc:sldMk cId="0" sldId="257"/>
            <ac:picMk id="3076" creationId="{38607BD3-92A1-7F43-F8DE-1C151545CC00}"/>
          </ac:picMkLst>
        </pc:picChg>
      </pc:sldChg>
      <pc:sldChg chg="modSp mod">
        <pc:chgData name="Carrington, Ben" userId="1130aac0-c87a-4916-9ba1-bee1bba910c3" providerId="ADAL" clId="{7C71596E-2AEC-5E4B-8E74-082C8D1DE87C}" dt="2024-05-21T14:14:15.083" v="89" actId="2711"/>
        <pc:sldMkLst>
          <pc:docMk/>
          <pc:sldMk cId="0" sldId="261"/>
        </pc:sldMkLst>
        <pc:spChg chg="mod">
          <ac:chgData name="Carrington, Ben" userId="1130aac0-c87a-4916-9ba1-bee1bba910c3" providerId="ADAL" clId="{7C71596E-2AEC-5E4B-8E74-082C8D1DE87C}" dt="2024-05-21T14:14:15.083" v="89" actId="2711"/>
          <ac:spMkLst>
            <pc:docMk/>
            <pc:sldMk cId="0" sldId="261"/>
            <ac:spMk id="8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66" v="1" actId="27636"/>
        <pc:sldMkLst>
          <pc:docMk/>
          <pc:sldMk cId="0" sldId="265"/>
        </pc:sldMkLst>
        <pc:spChg chg="mod">
          <ac:chgData name="Carrington, Ben" userId="1130aac0-c87a-4916-9ba1-bee1bba910c3" providerId="ADAL" clId="{7C71596E-2AEC-5E4B-8E74-082C8D1DE87C}" dt="2024-04-29T07:44:09.566" v="1" actId="27636"/>
          <ac:spMkLst>
            <pc:docMk/>
            <pc:sldMk cId="0" sldId="265"/>
            <ac:spMk id="11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72" v="2" actId="27636"/>
        <pc:sldMkLst>
          <pc:docMk/>
          <pc:sldMk cId="0" sldId="267"/>
        </pc:sldMkLst>
        <pc:spChg chg="mod">
          <ac:chgData name="Carrington, Ben" userId="1130aac0-c87a-4916-9ba1-bee1bba910c3" providerId="ADAL" clId="{7C71596E-2AEC-5E4B-8E74-082C8D1DE87C}" dt="2024-04-29T07:44:09.572" v="2" actId="27636"/>
          <ac:spMkLst>
            <pc:docMk/>
            <pc:sldMk cId="0" sldId="267"/>
            <ac:spMk id="12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89" v="3" actId="27636"/>
        <pc:sldMkLst>
          <pc:docMk/>
          <pc:sldMk cId="0" sldId="275"/>
        </pc:sldMkLst>
        <pc:spChg chg="mod">
          <ac:chgData name="Carrington, Ben" userId="1130aac0-c87a-4916-9ba1-bee1bba910c3" providerId="ADAL" clId="{7C71596E-2AEC-5E4B-8E74-082C8D1DE87C}" dt="2024-04-29T07:44:09.589" v="3" actId="27636"/>
          <ac:spMkLst>
            <pc:docMk/>
            <pc:sldMk cId="0" sldId="275"/>
            <ac:spMk id="17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2" v="4" actId="27636"/>
        <pc:sldMkLst>
          <pc:docMk/>
          <pc:sldMk cId="0" sldId="276"/>
        </pc:sldMkLst>
        <pc:spChg chg="mod">
          <ac:chgData name="Carrington, Ben" userId="1130aac0-c87a-4916-9ba1-bee1bba910c3" providerId="ADAL" clId="{7C71596E-2AEC-5E4B-8E74-082C8D1DE87C}" dt="2024-04-29T07:44:09.592" v="4" actId="27636"/>
          <ac:spMkLst>
            <pc:docMk/>
            <pc:sldMk cId="0" sldId="276"/>
            <ac:spMk id="17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7" v="5" actId="27636"/>
        <pc:sldMkLst>
          <pc:docMk/>
          <pc:sldMk cId="0" sldId="277"/>
        </pc:sldMkLst>
        <pc:spChg chg="mod">
          <ac:chgData name="Carrington, Ben" userId="1130aac0-c87a-4916-9ba1-bee1bba910c3" providerId="ADAL" clId="{7C71596E-2AEC-5E4B-8E74-082C8D1DE87C}" dt="2024-04-29T07:44:09.597" v="5" actId="27636"/>
          <ac:spMkLst>
            <pc:docMk/>
            <pc:sldMk cId="0" sldId="277"/>
            <ac:spMk id="18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02" v="6" actId="27636"/>
        <pc:sldMkLst>
          <pc:docMk/>
          <pc:sldMk cId="0" sldId="278"/>
        </pc:sldMkLst>
        <pc:spChg chg="mod">
          <ac:chgData name="Carrington, Ben" userId="1130aac0-c87a-4916-9ba1-bee1bba910c3" providerId="ADAL" clId="{7C71596E-2AEC-5E4B-8E74-082C8D1DE87C}" dt="2024-04-29T07:44:09.602" v="6" actId="27636"/>
          <ac:spMkLst>
            <pc:docMk/>
            <pc:sldMk cId="0" sldId="278"/>
            <ac:spMk id="191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17.656" v="116" actId="20577"/>
        <pc:sldMkLst>
          <pc:docMk/>
          <pc:sldMk cId="0" sldId="279"/>
        </pc:sldMkLst>
      </pc:sldChg>
      <pc:sldChg chg="modSp mod">
        <pc:chgData name="Carrington, Ben" userId="1130aac0-c87a-4916-9ba1-bee1bba910c3" providerId="ADAL" clId="{7C71596E-2AEC-5E4B-8E74-082C8D1DE87C}" dt="2024-05-21T14:35:19.863" v="107" actId="313"/>
        <pc:sldMkLst>
          <pc:docMk/>
          <pc:sldMk cId="0" sldId="280"/>
        </pc:sldMkLst>
        <pc:spChg chg="mod">
          <ac:chgData name="Carrington, Ben" userId="1130aac0-c87a-4916-9ba1-bee1bba910c3" providerId="ADAL" clId="{7C71596E-2AEC-5E4B-8E74-082C8D1DE87C}" dt="2024-05-21T14:35:19.863" v="107" actId="313"/>
          <ac:spMkLst>
            <pc:docMk/>
            <pc:sldMk cId="0" sldId="280"/>
            <ac:spMk id="203" creationId="{00000000-0000-0000-0000-000000000000}"/>
          </ac:spMkLst>
        </pc:spChg>
      </pc:sldChg>
      <pc:sldChg chg="modSp mod modNotesTx">
        <pc:chgData name="Carrington, Ben" userId="1130aac0-c87a-4916-9ba1-bee1bba910c3" providerId="ADAL" clId="{7C71596E-2AEC-5E4B-8E74-082C8D1DE87C}" dt="2024-05-21T14:36:29.772" v="117" actId="20577"/>
        <pc:sldMkLst>
          <pc:docMk/>
          <pc:sldMk cId="0" sldId="281"/>
        </pc:sldMkLst>
        <pc:spChg chg="mod">
          <ac:chgData name="Carrington, Ben" userId="1130aac0-c87a-4916-9ba1-bee1bba910c3" providerId="ADAL" clId="{7C71596E-2AEC-5E4B-8E74-082C8D1DE87C}" dt="2024-05-21T14:35:31.759" v="115" actId="20577"/>
          <ac:spMkLst>
            <pc:docMk/>
            <pc:sldMk cId="0" sldId="281"/>
            <ac:spMk id="210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36.689" v="119" actId="20577"/>
        <pc:sldMkLst>
          <pc:docMk/>
          <pc:sldMk cId="0" sldId="282"/>
        </pc:sldMkLst>
      </pc:sldChg>
      <pc:sldChg chg="modSp mod">
        <pc:chgData name="Carrington, Ben" userId="1130aac0-c87a-4916-9ba1-bee1bba910c3" providerId="ADAL" clId="{7C71596E-2AEC-5E4B-8E74-082C8D1DE87C}" dt="2024-05-21T14:37:04.739" v="128" actId="313"/>
        <pc:sldMkLst>
          <pc:docMk/>
          <pc:sldMk cId="0" sldId="283"/>
        </pc:sldMkLst>
        <pc:spChg chg="mod">
          <ac:chgData name="Carrington, Ben" userId="1130aac0-c87a-4916-9ba1-bee1bba910c3" providerId="ADAL" clId="{7C71596E-2AEC-5E4B-8E74-082C8D1DE87C}" dt="2024-05-21T14:37:04.739" v="128" actId="313"/>
          <ac:spMkLst>
            <pc:docMk/>
            <pc:sldMk cId="0" sldId="283"/>
            <ac:spMk id="22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03.648" v="137" actId="313"/>
        <pc:sldMkLst>
          <pc:docMk/>
          <pc:sldMk cId="0" sldId="286"/>
        </pc:sldMkLst>
        <pc:spChg chg="mod">
          <ac:chgData name="Carrington, Ben" userId="1130aac0-c87a-4916-9ba1-bee1bba910c3" providerId="ADAL" clId="{7C71596E-2AEC-5E4B-8E74-082C8D1DE87C}" dt="2024-05-21T14:43:03.648" v="137" actId="313"/>
          <ac:spMkLst>
            <pc:docMk/>
            <pc:sldMk cId="0" sldId="286"/>
            <ac:spMk id="24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18" v="8" actId="27636"/>
        <pc:sldMkLst>
          <pc:docMk/>
          <pc:sldMk cId="0" sldId="288"/>
        </pc:sldMkLst>
        <pc:spChg chg="mod">
          <ac:chgData name="Carrington, Ben" userId="1130aac0-c87a-4916-9ba1-bee1bba910c3" providerId="ADAL" clId="{7C71596E-2AEC-5E4B-8E74-082C8D1DE87C}" dt="2024-04-29T07:44:09.618" v="8" actId="27636"/>
          <ac:spMkLst>
            <pc:docMk/>
            <pc:sldMk cId="0" sldId="288"/>
            <ac:spMk id="25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29.377" v="139" actId="20577"/>
        <pc:sldMkLst>
          <pc:docMk/>
          <pc:sldMk cId="0" sldId="289"/>
        </pc:sldMkLst>
        <pc:spChg chg="mod">
          <ac:chgData name="Carrington, Ben" userId="1130aac0-c87a-4916-9ba1-bee1bba910c3" providerId="ADAL" clId="{7C71596E-2AEC-5E4B-8E74-082C8D1DE87C}" dt="2024-05-21T14:43:29.377" v="139" actId="20577"/>
          <ac:spMkLst>
            <pc:docMk/>
            <pc:sldMk cId="0" sldId="289"/>
            <ac:spMk id="26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23" v="9" actId="27636"/>
        <pc:sldMkLst>
          <pc:docMk/>
          <pc:sldMk cId="0" sldId="290"/>
        </pc:sldMkLst>
        <pc:spChg chg="mod">
          <ac:chgData name="Carrington, Ben" userId="1130aac0-c87a-4916-9ba1-bee1bba910c3" providerId="ADAL" clId="{7C71596E-2AEC-5E4B-8E74-082C8D1DE87C}" dt="2024-04-29T07:44:09.623" v="9" actId="27636"/>
          <ac:spMkLst>
            <pc:docMk/>
            <pc:sldMk cId="0" sldId="290"/>
            <ac:spMk id="266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4:11.566" v="148" actId="20577"/>
        <pc:sldMkLst>
          <pc:docMk/>
          <pc:sldMk cId="0" sldId="291"/>
        </pc:sldMkLst>
        <pc:spChg chg="mod">
          <ac:chgData name="Carrington, Ben" userId="1130aac0-c87a-4916-9ba1-bee1bba910c3" providerId="ADAL" clId="{7C71596E-2AEC-5E4B-8E74-082C8D1DE87C}" dt="2024-05-21T14:44:11.566" v="148" actId="20577"/>
          <ac:spMkLst>
            <pc:docMk/>
            <pc:sldMk cId="0" sldId="291"/>
            <ac:spMk id="27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3:34.329" v="156" actId="313"/>
        <pc:sldMkLst>
          <pc:docMk/>
          <pc:sldMk cId="0" sldId="294"/>
        </pc:sldMkLst>
        <pc:spChg chg="mod">
          <ac:chgData name="Carrington, Ben" userId="1130aac0-c87a-4916-9ba1-bee1bba910c3" providerId="ADAL" clId="{7C71596E-2AEC-5E4B-8E74-082C8D1DE87C}" dt="2024-05-21T14:53:34.329" v="156" actId="313"/>
          <ac:spMkLst>
            <pc:docMk/>
            <pc:sldMk cId="0" sldId="294"/>
            <ac:spMk id="29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5:49.708" v="164" actId="313"/>
        <pc:sldMkLst>
          <pc:docMk/>
          <pc:sldMk cId="0" sldId="297"/>
        </pc:sldMkLst>
        <pc:spChg chg="mod">
          <ac:chgData name="Carrington, Ben" userId="1130aac0-c87a-4916-9ba1-bee1bba910c3" providerId="ADAL" clId="{7C71596E-2AEC-5E4B-8E74-082C8D1DE87C}" dt="2024-05-21T14:55:49.708" v="164" actId="313"/>
          <ac:spMkLst>
            <pc:docMk/>
            <pc:sldMk cId="0" sldId="297"/>
            <ac:spMk id="30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34" v="10" actId="27636"/>
        <pc:sldMkLst>
          <pc:docMk/>
          <pc:sldMk cId="0" sldId="298"/>
        </pc:sldMkLst>
        <pc:spChg chg="mod">
          <ac:chgData name="Carrington, Ben" userId="1130aac0-c87a-4916-9ba1-bee1bba910c3" providerId="ADAL" clId="{7C71596E-2AEC-5E4B-8E74-082C8D1DE87C}" dt="2024-04-29T07:44:09.634" v="10" actId="27636"/>
          <ac:spMkLst>
            <pc:docMk/>
            <pc:sldMk cId="0" sldId="298"/>
            <ac:spMk id="31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7:12.765" v="172" actId="313"/>
        <pc:sldMkLst>
          <pc:docMk/>
          <pc:sldMk cId="0" sldId="299"/>
        </pc:sldMkLst>
        <pc:spChg chg="mod">
          <ac:chgData name="Carrington, Ben" userId="1130aac0-c87a-4916-9ba1-bee1bba910c3" providerId="ADAL" clId="{7C71596E-2AEC-5E4B-8E74-082C8D1DE87C}" dt="2024-05-21T14:57:12.765" v="172" actId="313"/>
          <ac:spMkLst>
            <pc:docMk/>
            <pc:sldMk cId="0" sldId="299"/>
            <ac:spMk id="32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41" v="11" actId="27636"/>
        <pc:sldMkLst>
          <pc:docMk/>
          <pc:sldMk cId="0" sldId="302"/>
        </pc:sldMkLst>
        <pc:spChg chg="mod">
          <ac:chgData name="Carrington, Ben" userId="1130aac0-c87a-4916-9ba1-bee1bba910c3" providerId="ADAL" clId="{7C71596E-2AEC-5E4B-8E74-082C8D1DE87C}" dt="2024-04-29T07:44:09.641" v="11" actId="27636"/>
          <ac:spMkLst>
            <pc:docMk/>
            <pc:sldMk cId="0" sldId="302"/>
            <ac:spMk id="33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51" v="12" actId="27636"/>
        <pc:sldMkLst>
          <pc:docMk/>
          <pc:sldMk cId="0" sldId="305"/>
        </pc:sldMkLst>
        <pc:spChg chg="mod">
          <ac:chgData name="Carrington, Ben" userId="1130aac0-c87a-4916-9ba1-bee1bba910c3" providerId="ADAL" clId="{7C71596E-2AEC-5E4B-8E74-082C8D1DE87C}" dt="2024-04-29T07:44:09.651" v="12" actId="27636"/>
          <ac:spMkLst>
            <pc:docMk/>
            <pc:sldMk cId="0" sldId="305"/>
            <ac:spMk id="35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0" v="13" actId="27636"/>
        <pc:sldMkLst>
          <pc:docMk/>
          <pc:sldMk cId="0" sldId="310"/>
        </pc:sldMkLst>
        <pc:spChg chg="mod">
          <ac:chgData name="Carrington, Ben" userId="1130aac0-c87a-4916-9ba1-bee1bba910c3" providerId="ADAL" clId="{7C71596E-2AEC-5E4B-8E74-082C8D1DE87C}" dt="2024-04-29T07:44:09.660" v="13" actId="27636"/>
          <ac:spMkLst>
            <pc:docMk/>
            <pc:sldMk cId="0" sldId="310"/>
            <ac:spMk id="38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6" v="14" actId="27636"/>
        <pc:sldMkLst>
          <pc:docMk/>
          <pc:sldMk cId="0" sldId="311"/>
        </pc:sldMkLst>
        <pc:spChg chg="mod">
          <ac:chgData name="Carrington, Ben" userId="1130aac0-c87a-4916-9ba1-bee1bba910c3" providerId="ADAL" clId="{7C71596E-2AEC-5E4B-8E74-082C8D1DE87C}" dt="2024-04-29T07:44:09.666" v="14" actId="27636"/>
          <ac:spMkLst>
            <pc:docMk/>
            <pc:sldMk cId="0" sldId="311"/>
            <ac:spMk id="39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72" v="15" actId="27636"/>
        <pc:sldMkLst>
          <pc:docMk/>
          <pc:sldMk cId="0" sldId="315"/>
        </pc:sldMkLst>
        <pc:spChg chg="mod">
          <ac:chgData name="Carrington, Ben" userId="1130aac0-c87a-4916-9ba1-bee1bba910c3" providerId="ADAL" clId="{7C71596E-2AEC-5E4B-8E74-082C8D1DE87C}" dt="2024-04-29T07:44:09.672" v="15" actId="27636"/>
          <ac:spMkLst>
            <pc:docMk/>
            <pc:sldMk cId="0" sldId="315"/>
            <ac:spMk id="41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86" v="16" actId="27636"/>
        <pc:sldMkLst>
          <pc:docMk/>
          <pc:sldMk cId="0" sldId="320"/>
        </pc:sldMkLst>
        <pc:spChg chg="mod">
          <ac:chgData name="Carrington, Ben" userId="1130aac0-c87a-4916-9ba1-bee1bba910c3" providerId="ADAL" clId="{7C71596E-2AEC-5E4B-8E74-082C8D1DE87C}" dt="2024-04-29T07:44:09.686" v="16" actId="27636"/>
          <ac:spMkLst>
            <pc:docMk/>
            <pc:sldMk cId="0" sldId="320"/>
            <ac:spMk id="44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2T14:28:04.653" v="188" actId="20577"/>
        <pc:sldMkLst>
          <pc:docMk/>
          <pc:sldMk cId="0" sldId="322"/>
        </pc:sldMkLst>
        <pc:spChg chg="mod">
          <ac:chgData name="Carrington, Ben" userId="1130aac0-c87a-4916-9ba1-bee1bba910c3" providerId="ADAL" clId="{7C71596E-2AEC-5E4B-8E74-082C8D1DE87C}" dt="2024-05-22T14:28:04.653" v="188" actId="20577"/>
          <ac:spMkLst>
            <pc:docMk/>
            <pc:sldMk cId="0" sldId="322"/>
            <ac:spMk id="45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99" v="17" actId="27636"/>
        <pc:sldMkLst>
          <pc:docMk/>
          <pc:sldMk cId="0" sldId="327"/>
        </pc:sldMkLst>
        <pc:spChg chg="mod">
          <ac:chgData name="Carrington, Ben" userId="1130aac0-c87a-4916-9ba1-bee1bba910c3" providerId="ADAL" clId="{7C71596E-2AEC-5E4B-8E74-082C8D1DE87C}" dt="2024-04-29T07:44:09.699" v="17" actId="27636"/>
          <ac:spMkLst>
            <pc:docMk/>
            <pc:sldMk cId="0" sldId="327"/>
            <ac:spMk id="490" creationId="{00000000-0000-0000-0000-000000000000}"/>
          </ac:spMkLst>
        </pc:spChg>
      </pc:sldChg>
      <pc:sldChg chg="modSp add mod">
        <pc:chgData name="Carrington, Ben" userId="1130aac0-c87a-4916-9ba1-bee1bba910c3" providerId="ADAL" clId="{7C71596E-2AEC-5E4B-8E74-082C8D1DE87C}" dt="2024-04-29T07:56:43.760" v="84"/>
        <pc:sldMkLst>
          <pc:docMk/>
          <pc:sldMk cId="0" sldId="330"/>
        </pc:sldMkLst>
        <pc:spChg chg="mod">
          <ac:chgData name="Carrington, Ben" userId="1130aac0-c87a-4916-9ba1-bee1bba910c3" providerId="ADAL" clId="{7C71596E-2AEC-5E4B-8E74-082C8D1DE87C}" dt="2024-04-29T07:56:38.712" v="83"/>
          <ac:spMkLst>
            <pc:docMk/>
            <pc:sldMk cId="0" sldId="330"/>
            <ac:spMk id="16" creationId="{20EEA392-9CDB-FD28-FEB1-86DD0F5CD0B9}"/>
          </ac:spMkLst>
        </pc:spChg>
        <pc:spChg chg="mod">
          <ac:chgData name="Carrington, Ben" userId="1130aac0-c87a-4916-9ba1-bee1bba910c3" providerId="ADAL" clId="{7C71596E-2AEC-5E4B-8E74-082C8D1DE87C}" dt="2024-04-29T07:56:43.760" v="84"/>
          <ac:spMkLst>
            <pc:docMk/>
            <pc:sldMk cId="0" sldId="330"/>
            <ac:spMk id="55" creationId="{00000000-0000-0000-0000-000000000000}"/>
          </ac:spMkLst>
        </pc:spChg>
      </pc:sldChg>
      <pc:sldMasterChg chg="addSp modSp mod setBg modSldLayout">
        <pc:chgData name="Carrington, Ben" userId="1130aac0-c87a-4916-9ba1-bee1bba910c3" providerId="ADAL" clId="{7C71596E-2AEC-5E4B-8E74-082C8D1DE87C}" dt="2024-04-29T07:52:10.722" v="76" actId="1076"/>
        <pc:sldMasterMkLst>
          <pc:docMk/>
          <pc:sldMasterMk cId="0" sldId="2147483659"/>
        </pc:sldMasterMkLst>
        <pc:spChg chg="mod">
          <ac:chgData name="Carrington, Ben" userId="1130aac0-c87a-4916-9ba1-bee1bba910c3" providerId="ADAL" clId="{7C71596E-2AEC-5E4B-8E74-082C8D1DE87C}" dt="2024-04-29T07:46:40.710" v="20" actId="20577"/>
          <ac:spMkLst>
            <pc:docMk/>
            <pc:sldMasterMk cId="0" sldId="2147483659"/>
            <ac:spMk id="6" creationId="{00000000-0000-0000-0000-000000000000}"/>
          </ac:spMkLst>
        </pc:spChg>
        <pc:picChg chg="add mod">
          <ac:chgData name="Carrington, Ben" userId="1130aac0-c87a-4916-9ba1-bee1bba910c3" providerId="ADAL" clId="{7C71596E-2AEC-5E4B-8E74-082C8D1DE87C}" dt="2024-04-29T07:52:10.722" v="76" actId="1076"/>
          <ac:picMkLst>
            <pc:docMk/>
            <pc:sldMasterMk cId="0" sldId="2147483659"/>
            <ac:picMk id="2050" creationId="{9F9B465D-0BEB-7236-749C-1CBF6D472F02}"/>
          </ac:picMkLst>
        </pc:picChg>
        <pc:sldLayoutChg chg="setBg">
          <pc:chgData name="Carrington, Ben" userId="1130aac0-c87a-4916-9ba1-bee1bba910c3" providerId="ADAL" clId="{7C71596E-2AEC-5E4B-8E74-082C8D1DE87C}" dt="2024-04-29T07:51:28.957" v="71"/>
          <pc:sldLayoutMkLst>
            <pc:docMk/>
            <pc:sldMasterMk cId="0" sldId="2147483659"/>
            <pc:sldLayoutMk cId="0" sldId="2147483648"/>
          </pc:sldLayoutMkLst>
        </pc:sldLayoutChg>
      </pc:sldMasterChg>
    </pc:docChg>
  </pc:docChgLst>
  <pc:docChgLst>
    <pc:chgData name="Carrington, Ben" userId="S::ben.a.carrington@capgemini.com::1130aac0-c87a-4916-9ba1-bee1bba910c3" providerId="AD" clId="Web-{B1D008AF-0C93-B270-AC46-9819A8E5AE60}"/>
    <pc:docChg chg="modSld">
      <pc:chgData name="Carrington, Ben" userId="S::ben.a.carrington@capgemini.com::1130aac0-c87a-4916-9ba1-bee1bba910c3" providerId="AD" clId="Web-{B1D008AF-0C93-B270-AC46-9819A8E5AE60}" dt="2024-04-29T15:57:21.255" v="10" actId="20577"/>
      <pc:docMkLst>
        <pc:docMk/>
      </pc:docMkLst>
      <pc:sldChg chg="modSp">
        <pc:chgData name="Carrington, Ben" userId="S::ben.a.carrington@capgemini.com::1130aac0-c87a-4916-9ba1-bee1bba910c3" providerId="AD" clId="Web-{B1D008AF-0C93-B270-AC46-9819A8E5AE60}" dt="2024-04-29T15:40:11.726" v="4" actId="20577"/>
        <pc:sldMkLst>
          <pc:docMk/>
          <pc:sldMk cId="0" sldId="265"/>
        </pc:sldMkLst>
        <pc:spChg chg="mod">
          <ac:chgData name="Carrington, Ben" userId="S::ben.a.carrington@capgemini.com::1130aac0-c87a-4916-9ba1-bee1bba910c3" providerId="AD" clId="Web-{B1D008AF-0C93-B270-AC46-9819A8E5AE60}" dt="2024-04-29T15:40:11.726" v="4" actId="20577"/>
          <ac:spMkLst>
            <pc:docMk/>
            <pc:sldMk cId="0" sldId="265"/>
            <ac:spMk id="113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5:09.659" v="6" actId="20577"/>
        <pc:sldMkLst>
          <pc:docMk/>
          <pc:sldMk cId="0" sldId="269"/>
        </pc:sldMkLst>
        <pc:spChg chg="mod">
          <ac:chgData name="Carrington, Ben" userId="S::ben.a.carrington@capgemini.com::1130aac0-c87a-4916-9ba1-bee1bba910c3" providerId="AD" clId="Web-{B1D008AF-0C93-B270-AC46-9819A8E5AE60}" dt="2024-04-29T15:55:09.659" v="6" actId="20577"/>
          <ac:spMkLst>
            <pc:docMk/>
            <pc:sldMk cId="0" sldId="269"/>
            <ac:spMk id="137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7:21.255" v="10" actId="20577"/>
        <pc:sldMkLst>
          <pc:docMk/>
          <pc:sldMk cId="0" sldId="275"/>
        </pc:sldMkLst>
        <pc:spChg chg="mod">
          <ac:chgData name="Carrington, Ben" userId="S::ben.a.carrington@capgemini.com::1130aac0-c87a-4916-9ba1-bee1bba910c3" providerId="AD" clId="Web-{B1D008AF-0C93-B270-AC46-9819A8E5AE60}" dt="2024-04-29T15:57:21.255" v="10" actId="20577"/>
          <ac:spMkLst>
            <pc:docMk/>
            <pc:sldMk cId="0" sldId="275"/>
            <ac:spMk id="1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7052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852BCDB-26C4-71F7-46CE-586CBC13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B60D5A59-AA91-5D58-355A-A7B9F44A5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A18FB32B-38EE-E77D-83DF-39E38DFF0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840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7C1C52D-3C1C-53CB-37D1-9B44DE865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4FD061DA-051C-8CDE-0D36-D06C3B152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22C9C482-A94E-590B-120A-353DBCF375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459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170F7DA4-A1DB-C608-2475-B5310B829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0F6CBF33-DCDC-1AA8-6E8C-0467B139A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60F60889-D16B-163C-2601-0D105008F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5593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1A6EAF3-EB12-C70E-3A1F-2B4F72B02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08A053E9-70CF-175A-E24A-FD3E1AC7D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22F14859-6FC5-E9C5-6759-A14F289400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813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4534FD9-A4D6-86EC-3B25-3A32B56B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9D9E6440-2162-A0B9-9193-A5770761D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327D810B-413E-892E-CFE9-B6763753B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Initialised vs assigned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292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4308CD9-AEFE-3B09-8E8D-6513ADF7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3E14F119-D2FF-FBBD-0C25-4D6AA7509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41F519E7-BAF1-D6D0-065D-36747204E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728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960594C-BEA8-DCD0-9E02-566C72C4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E741678D-FCC1-3418-E50C-92B16D4E4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57658F7B-859F-4778-26AD-6B717A91A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Discuss keywords?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7977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1A24331B-5BC0-CBE6-3EB2-42FC7980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854D139F-65EA-C1E4-DD67-F77FD5EFB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2971EB12-0108-2615-E8C3-55E94F03D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Discuss keywords?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8367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848F71F-E627-F85A-D4A0-57CF6641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595E3A81-A77C-3FDC-64DA-1CA7B4027B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52F957E7-E69D-5164-96DA-216F4CAAE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Discuss keywords?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1491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53ACFF9-8EF2-DE6C-052C-D7C8A2EB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96EBD55A-D09D-AF34-0A77-3B84594CA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24C83BD3-070A-0E36-84A6-61341522E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Many languages will do something like this, talk about “null” and “nil” and stuff</a:t>
            </a: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899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1C77D37-67E4-EC7B-E4DD-F09AB826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B6730FFA-88E4-22F6-A020-E0BDD7EC7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71647C5B-F9AB-E4C9-5F83-003FC9912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010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791BE7D-C22A-F9EC-E2ED-88C1E461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E1529E98-034C-43CE-0B9C-FD926447B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BCA1A3F8-6FD0-EEE8-CF48-78422D94B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11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17146D4-C82A-7311-373C-64E061E3C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B42013BA-A732-8117-4A23-A515A0162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466A8CDB-4588-A9D3-143F-B84C5EEDC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424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9E0CFD1-02C5-9CB6-A181-349F6076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7BC80324-885C-1B52-6BB5-5E08A4B84D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2A9961DD-7BFB-3594-90A8-D9C0F1E4D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746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F41CFD2-D407-ED0C-8E48-504B8196C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4641BBAF-C2A5-05C0-DA8B-AF06593622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A3E30A4B-A7C4-0663-8F07-F4314CC7A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110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1CEA1A80-4B7B-4386-C583-84C7757C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B8FB4FFC-F825-8F0A-36DE-94B7C7237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3DAFC411-33AB-C165-24F6-6F4B938FF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077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373FC7E-CACC-3AB0-2F4D-87B407B17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91F855A0-CA03-7D28-4767-3403C3429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335F1611-E450-BA51-F653-4140784A60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75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0AA1CE5-3628-C003-3125-8521D51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652E5E4A-43A4-7367-4BB0-272D5D8138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DAEA8A22-2B86-5373-4530-8186378A1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51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0D0C0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0D0C0D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0D0C0D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0D0C0D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0D0C0D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0D0C0D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D0C0D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0D0C0D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0D0C0D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0D0C0D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D0C0D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2A13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0" name="Picture 2" descr="Capgemini Logo Logo and symbol, meaning, history, PNG">
            <a:extLst>
              <a:ext uri="{FF2B5EF4-FFF2-40B4-BE49-F238E27FC236}">
                <a16:creationId xmlns:a16="http://schemas.microsoft.com/office/drawing/2014/main" id="{9F9B465D-0BEB-7236-749C-1CBF6D472F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0" y="4711750"/>
            <a:ext cx="548700" cy="34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novo.com/in/en/glossary/variabl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Variable_(computer_science)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novo.com/in/en/glossary/variabl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Variable_(computer_science)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71561F12-EC23-EA1F-40F3-4D199932EBEB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2A133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1891DABC-68AD-3F46-E293-6F9D9D52B069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702FA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0EEA392-9CDB-FD28-FEB1-86DD0F5CD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Golang Academy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2131FF-A57E-C155-E4D0-77264AA1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3815708"/>
            <a:ext cx="4572002" cy="10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15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9470351F-499A-F3DC-1551-2B7C80732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A9C74FF8-F0D0-B92A-ADAB-C9B351FC1C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variable?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163D923-7F15-D75F-92B7-0CCD0EA39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08670"/>
            <a:ext cx="8520600" cy="3160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</a:rPr>
              <a:t>There’s</a:t>
            </a:r>
            <a:r>
              <a:rPr lang="en-GB" dirty="0"/>
              <a:t> no end of definitions out there for this…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EAB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“</a:t>
            </a:r>
            <a:r>
              <a:rPr lang="en-GB" i="1" dirty="0">
                <a:latin typeface="+mn-lt"/>
              </a:rPr>
              <a:t>a piece of memory that stores a </a:t>
            </a:r>
            <a:r>
              <a:rPr lang="en-GB" i="1" dirty="0">
                <a:solidFill>
                  <a:srgbClr val="92D050"/>
                </a:solidFill>
                <a:latin typeface="+mn-lt"/>
              </a:rPr>
              <a:t>value</a:t>
            </a:r>
            <a:r>
              <a:rPr lang="en-GB" i="1" dirty="0">
                <a:latin typeface="+mn-lt"/>
              </a:rPr>
              <a:t> that can be changed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” (</a:t>
            </a:r>
            <a:r>
              <a:rPr lang="en-GB" dirty="0">
                <a:solidFill>
                  <a:srgbClr val="ADEABC"/>
                </a:solidFill>
                <a:latin typeface="+mn-lt"/>
                <a:cs typeface="Courier New" panose="02070309020205020404" pitchFamily="49" charset="0"/>
                <a:hlinkClick r:id="rId3"/>
              </a:rPr>
              <a:t>Lenovo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EABC"/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“</a:t>
            </a:r>
            <a:r>
              <a:rPr lang="en-GB" i="1" dirty="0"/>
              <a:t>abstract storage location paired with an associated symbolic </a:t>
            </a:r>
            <a:r>
              <a:rPr lang="en-GB" i="1" dirty="0">
                <a:solidFill>
                  <a:srgbClr val="FFC000"/>
                </a:solidFill>
              </a:rPr>
              <a:t>name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” (</a:t>
            </a:r>
            <a:r>
              <a:rPr lang="en-GB" dirty="0">
                <a:solidFill>
                  <a:srgbClr val="ADEABC"/>
                </a:solidFill>
                <a:latin typeface="+mn-lt"/>
                <a:cs typeface="Courier New" panose="02070309020205020404" pitchFamily="49" charset="0"/>
                <a:hlinkClick r:id="rId4"/>
              </a:rPr>
              <a:t>Wikipedia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EABC"/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A combination of the two of these might be the cleanest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90000"/>
                  <a:lumOff val="1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“</a:t>
            </a:r>
            <a:r>
              <a:rPr lang="en-GB" i="1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a name which can represent a value</a:t>
            </a: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1996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AE6C0076-C737-6463-2210-992E90337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22D9CD71-0E43-46E9-68C5-C567611AD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variable?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BE834DE-FD99-4607-B330-B4E3D35B6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08670"/>
            <a:ext cx="8520600" cy="3160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</a:rPr>
              <a:t>There’s no end of definitions out there for this…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90000"/>
                  <a:lumOff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“</a:t>
            </a:r>
            <a:r>
              <a:rPr lang="en-GB" i="1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</a:rPr>
              <a:t>a piece of memory that stores a value that can be changed</a:t>
            </a: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” (</a:t>
            </a: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Lenovo</a:t>
            </a: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90000"/>
                  <a:lumOff val="1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“</a:t>
            </a:r>
            <a:r>
              <a:rPr lang="en-GB" i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abstract storage location paired with an associated symbolic name</a:t>
            </a: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” (</a:t>
            </a: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</a:t>
            </a:r>
            <a:r>
              <a:rPr lang="en-GB" dirty="0">
                <a:solidFill>
                  <a:schemeClr val="bg2">
                    <a:lumMod val="90000"/>
                    <a:lumOff val="10000"/>
                  </a:schemeClr>
                </a:solidFill>
                <a:latin typeface="+mn-lt"/>
                <a:cs typeface="Courier New" panose="02070309020205020404" pitchFamily="49" charset="0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EABC"/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A combination of the two of these might be the cleanest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“</a:t>
            </a: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a </a:t>
            </a:r>
            <a:r>
              <a:rPr lang="en-GB" i="1" dirty="0">
                <a:solidFill>
                  <a:srgbClr val="FFC000"/>
                </a:solidFill>
                <a:latin typeface="+mn-lt"/>
                <a:cs typeface="Courier New" panose="02070309020205020404" pitchFamily="49" charset="0"/>
              </a:rPr>
              <a:t>name</a:t>
            </a: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which </a:t>
            </a:r>
            <a:r>
              <a:rPr lang="en-GB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can</a:t>
            </a: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represent a </a:t>
            </a:r>
            <a:r>
              <a:rPr lang="en-GB" i="1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024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2C00765-745E-519F-033C-9B70FA7F6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6BD5AF0-4BA1-7B68-ED0A-DF39BC896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</a:t>
            </a:r>
            <a:r>
              <a:rPr lang="en" dirty="0">
                <a:solidFill>
                  <a:srgbClr val="FFC000"/>
                </a:solidFill>
              </a:rPr>
              <a:t>name</a:t>
            </a:r>
            <a:r>
              <a:rPr lang="en" dirty="0"/>
              <a:t> which </a:t>
            </a:r>
            <a:r>
              <a:rPr lang="e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</a:t>
            </a:r>
            <a:r>
              <a:rPr lang="en" dirty="0"/>
              <a:t> represent a </a:t>
            </a:r>
            <a:r>
              <a:rPr lang="en" dirty="0">
                <a:solidFill>
                  <a:srgbClr val="92D050"/>
                </a:solidFill>
              </a:rPr>
              <a:t>value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3B128ABC-69EF-41D7-5679-BCA48CA51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08670"/>
            <a:ext cx="8520600" cy="3160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What do we mean by “</a:t>
            </a:r>
            <a:r>
              <a:rPr lang="en-GB" i="1" dirty="0">
                <a:solidFill>
                  <a:srgbClr val="FFC000"/>
                </a:solidFill>
                <a:latin typeface="+mn-lt"/>
                <a:cs typeface="Courier New" panose="02070309020205020404" pitchFamily="49" charset="0"/>
              </a:rPr>
              <a:t>name</a:t>
            </a: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”?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Well, the </a:t>
            </a:r>
            <a:r>
              <a:rPr lang="en-GB" dirty="0">
                <a:solidFill>
                  <a:srgbClr val="FFC000"/>
                </a:solidFill>
                <a:latin typeface="+mn-lt"/>
                <a:cs typeface="Courier New" panose="02070309020205020404" pitchFamily="49" charset="0"/>
              </a:rPr>
              <a:t>name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can be anything you fancy really…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my_variable</a:t>
            </a:r>
            <a:endParaRPr lang="en-GB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myOtherVariable</a:t>
            </a:r>
            <a:endParaRPr lang="en-GB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1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AC3DD311-C226-5152-36A9-CB503E778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07E5C776-D25D-34A6-98A5-432AB80B3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</a:t>
            </a:r>
            <a:r>
              <a:rPr lang="en" dirty="0">
                <a:solidFill>
                  <a:srgbClr val="FFC000"/>
                </a:solidFill>
              </a:rPr>
              <a:t>name</a:t>
            </a:r>
            <a:r>
              <a:rPr lang="en" dirty="0"/>
              <a:t> which </a:t>
            </a:r>
            <a:r>
              <a:rPr lang="e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</a:t>
            </a:r>
            <a:r>
              <a:rPr lang="en" dirty="0"/>
              <a:t> represent a </a:t>
            </a:r>
            <a:r>
              <a:rPr lang="en" dirty="0">
                <a:solidFill>
                  <a:srgbClr val="92D050"/>
                </a:solidFill>
              </a:rPr>
              <a:t>value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A0FDB93-40DA-5C8D-3464-91EF3586A1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08670"/>
            <a:ext cx="8520600" cy="3160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What do we mean by “</a:t>
            </a:r>
            <a:r>
              <a:rPr lang="en-GB" i="1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”?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The </a:t>
            </a:r>
            <a:r>
              <a:rPr lang="en-GB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is what that </a:t>
            </a:r>
            <a:r>
              <a:rPr lang="en-GB" dirty="0">
                <a:solidFill>
                  <a:srgbClr val="FFC000"/>
                </a:solidFill>
                <a:latin typeface="+mn-lt"/>
                <a:cs typeface="Courier New" panose="02070309020205020404" pitchFamily="49" charset="0"/>
              </a:rPr>
              <a:t>name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refers to…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my_variable</a:t>
            </a:r>
            <a:r>
              <a:rPr lang="en-GB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myOtherVariable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"Hello"</a:t>
            </a:r>
          </a:p>
        </p:txBody>
      </p:sp>
    </p:spTree>
    <p:extLst>
      <p:ext uri="{BB962C8B-B14F-4D97-AF65-F5344CB8AC3E}">
        <p14:creationId xmlns:p14="http://schemas.microsoft.com/office/powerpoint/2010/main" val="1405536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197244E-DE61-D5A3-194F-009C60A1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1CF13A4-A32F-5BC7-13DC-4EDC7CE1BE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</a:t>
            </a:r>
            <a:r>
              <a:rPr lang="en" dirty="0">
                <a:solidFill>
                  <a:srgbClr val="FFC000"/>
                </a:solidFill>
              </a:rPr>
              <a:t>name</a:t>
            </a:r>
            <a:r>
              <a:rPr lang="en" dirty="0"/>
              <a:t> which </a:t>
            </a:r>
            <a:r>
              <a:rPr lang="e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</a:t>
            </a:r>
            <a:r>
              <a:rPr lang="en" dirty="0"/>
              <a:t> represent a </a:t>
            </a:r>
            <a:r>
              <a:rPr lang="en" dirty="0">
                <a:solidFill>
                  <a:srgbClr val="92D050"/>
                </a:solidFill>
              </a:rPr>
              <a:t>value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9C92B357-DF52-6971-05CC-5154B6F73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8628"/>
            <a:ext cx="8520600" cy="3300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What do we mean by “</a:t>
            </a:r>
            <a:r>
              <a:rPr lang="en-GB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can</a:t>
            </a: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”?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The </a:t>
            </a:r>
            <a:r>
              <a:rPr lang="en-GB" dirty="0">
                <a:solidFill>
                  <a:srgbClr val="FFC000"/>
                </a:solidFill>
                <a:latin typeface="+mn-lt"/>
                <a:cs typeface="Courier New" panose="02070309020205020404" pitchFamily="49" charset="0"/>
              </a:rPr>
              <a:t>name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may exist, the variable may be 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cs typeface="Courier New" panose="02070309020205020404" pitchFamily="49" charset="0"/>
              </a:rPr>
              <a:t>declared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… without the </a:t>
            </a:r>
            <a:r>
              <a:rPr lang="en-GB" dirty="0">
                <a:solidFill>
                  <a:srgbClr val="FFC000"/>
                </a:solidFill>
                <a:latin typeface="+mn-lt"/>
                <a:cs typeface="Courier New" panose="02070309020205020404" pitchFamily="49" charset="0"/>
              </a:rPr>
              <a:t>name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representing a </a:t>
            </a:r>
            <a:r>
              <a:rPr lang="en-GB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with a </a:t>
            </a:r>
            <a:r>
              <a:rPr lang="en-GB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being </a:t>
            </a:r>
            <a:r>
              <a:rPr lang="en-GB" dirty="0">
                <a:solidFill>
                  <a:srgbClr val="DFAEAD"/>
                </a:solidFill>
                <a:latin typeface="+mn-lt"/>
                <a:cs typeface="Courier New" panose="02070309020205020404" pitchFamily="49" charset="0"/>
              </a:rPr>
              <a:t>initialised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or</a:t>
            </a:r>
            <a:r>
              <a:rPr lang="en-GB" dirty="0">
                <a:solidFill>
                  <a:srgbClr val="DFAEAD"/>
                </a:solidFill>
                <a:latin typeface="+mn-lt"/>
                <a:cs typeface="Courier New" panose="02070309020205020404" pitchFamily="49" charset="0"/>
              </a:rPr>
              <a:t> assigned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a</a:t>
            </a:r>
            <a:r>
              <a:rPr lang="en-GB" dirty="0">
                <a:solidFill>
                  <a:srgbClr val="DFAEAD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2">
                  <a:lumMod val="1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This explanation gives us two important terms: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2">
                  <a:lumMod val="1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Variable declaration: I declare that </a:t>
            </a:r>
            <a:r>
              <a:rPr lang="en-GB" dirty="0" err="1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someVariable</a:t>
            </a: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j-lt"/>
                <a:cs typeface="Courier New" panose="02070309020205020404" pitchFamily="49" charset="0"/>
              </a:rPr>
              <a:t> now exists</a:t>
            </a:r>
            <a:endParaRPr lang="en-GB" dirty="0">
              <a:solidFill>
                <a:schemeClr val="accent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2">
                  <a:lumMod val="1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Variable initialisation: I assign </a:t>
            </a: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”Some value"</a:t>
            </a: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 to </a:t>
            </a:r>
            <a:r>
              <a:rPr lang="en-GB" dirty="0" err="1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someVariable</a:t>
            </a:r>
            <a:endParaRPr lang="en-GB" dirty="0">
              <a:solidFill>
                <a:schemeClr val="accent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124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7114DCA6-DD00-3EE5-360D-251C17350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71DC5123-8660-DA87-B4BA-FBFC9B02D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</a:t>
            </a:r>
            <a:r>
              <a:rPr lang="en" dirty="0">
                <a:solidFill>
                  <a:srgbClr val="FFC000"/>
                </a:solidFill>
              </a:rPr>
              <a:t>name</a:t>
            </a:r>
            <a:r>
              <a:rPr lang="en" dirty="0"/>
              <a:t> which </a:t>
            </a:r>
            <a:r>
              <a:rPr lang="e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</a:t>
            </a:r>
            <a:r>
              <a:rPr lang="en" dirty="0"/>
              <a:t> represent a </a:t>
            </a:r>
            <a:r>
              <a:rPr lang="en" dirty="0">
                <a:solidFill>
                  <a:srgbClr val="92D050"/>
                </a:solidFill>
              </a:rPr>
              <a:t>value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1D04D87-8170-8DFA-C57F-B75A99747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8628"/>
            <a:ext cx="8520600" cy="3300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What do we mean by “can”?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2">
                  <a:lumMod val="1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The name may exist, the variable may be declared…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2">
                  <a:lumMod val="1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… without the name representing a value,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with a value being initialised or assigned a value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This explanation gives us two important terms: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Variable 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cs typeface="Courier New" panose="02070309020205020404" pitchFamily="49" charset="0"/>
              </a:rPr>
              <a:t>declaration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: I 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cs typeface="Courier New" panose="02070309020205020404" pitchFamily="49" charset="0"/>
              </a:rPr>
              <a:t>declare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that </a:t>
            </a:r>
            <a:r>
              <a:rPr lang="en-GB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someVariable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j-lt"/>
                <a:cs typeface="Courier New" panose="02070309020205020404" pitchFamily="49" charset="0"/>
              </a:rPr>
              <a:t> now exists</a:t>
            </a: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Variable </a:t>
            </a:r>
            <a:r>
              <a:rPr lang="en-GB" dirty="0">
                <a:solidFill>
                  <a:srgbClr val="DFAEAD"/>
                </a:solidFill>
                <a:latin typeface="+mn-lt"/>
                <a:cs typeface="Courier New" panose="02070309020205020404" pitchFamily="49" charset="0"/>
              </a:rPr>
              <a:t>assignment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: I </a:t>
            </a:r>
            <a:r>
              <a:rPr lang="en-GB" dirty="0">
                <a:solidFill>
                  <a:srgbClr val="DFAEAD"/>
                </a:solidFill>
                <a:latin typeface="+mn-lt"/>
                <a:cs typeface="Courier New" panose="02070309020205020404" pitchFamily="49" charset="0"/>
              </a:rPr>
              <a:t>assign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"Some value"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to </a:t>
            </a:r>
            <a:r>
              <a:rPr lang="en-GB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someVariable</a:t>
            </a: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07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62396129-8D21-30AB-D170-F8EEF3826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DFF99F37-FFDF-AC1C-EA5E-54D8DB3378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Declaration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5BA4733C-AC2F-9E8A-7212-DC68B98F7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664043"/>
            <a:ext cx="8520600" cy="2904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Every language has its own way of 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declaring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variables…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… but we’re focused on Go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Go uses a keyword to denote the 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declaration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of a variable…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…that keyword is 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434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AF8402A-5AA8-FD50-A25C-329E4C6C0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819BED33-6643-F2F3-53F6-A088AF9B47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Declaration</a:t>
            </a:r>
            <a:r>
              <a:rPr lang="en" dirty="0"/>
              <a:t>, the </a:t>
            </a:r>
            <a:r>
              <a:rPr lang="en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" dirty="0"/>
              <a:t> Keyword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6A1E3DF-E25A-BD0B-0C29-294C76724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8628"/>
            <a:ext cx="8520600" cy="3300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The most common syntax for variable 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declaration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in Go would be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type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1200150" lvl="2" indent="-285750"/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is the keyword which allows one to interact with variables</a:t>
            </a:r>
          </a:p>
          <a:p>
            <a:pPr marL="1200150" lvl="2" indent="-285750"/>
            <a:r>
              <a:rPr lang="en-GB" sz="1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is the </a:t>
            </a:r>
            <a:r>
              <a:rPr lang="en-GB" sz="1800" dirty="0">
                <a:solidFill>
                  <a:srgbClr val="FFC000"/>
                </a:solidFill>
                <a:latin typeface="+mn-lt"/>
                <a:cs typeface="Courier New" panose="02070309020205020404" pitchFamily="49" charset="0"/>
              </a:rPr>
              <a:t>identifier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for the variable being </a:t>
            </a:r>
            <a:r>
              <a:rPr lang="en-GB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declared</a:t>
            </a:r>
          </a:p>
          <a:p>
            <a:pPr marL="1200150" lvl="2" indent="-285750"/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is the type of </a:t>
            </a:r>
            <a:r>
              <a:rPr lang="en-GB" sz="1800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this </a:t>
            </a:r>
            <a:r>
              <a:rPr lang="en-GB" sz="1800" dirty="0">
                <a:solidFill>
                  <a:srgbClr val="FFC000"/>
                </a:solidFill>
                <a:latin typeface="+mn-lt"/>
                <a:cs typeface="Courier New" panose="02070309020205020404" pitchFamily="49" charset="0"/>
              </a:rPr>
              <a:t>identifier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will represent</a:t>
            </a:r>
          </a:p>
          <a:p>
            <a:pPr marL="285750" indent="-285750" algn="ctr"/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e.g. 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</p:txBody>
      </p:sp>
    </p:spTree>
    <p:extLst>
      <p:ext uri="{BB962C8B-B14F-4D97-AF65-F5344CB8AC3E}">
        <p14:creationId xmlns:p14="http://schemas.microsoft.com/office/powerpoint/2010/main" val="964275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9FF7B9CD-65F8-B7C8-ED06-71B5E5069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D35302B7-B060-FDE6-AE86-7E9638C9F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Declaration</a:t>
            </a:r>
            <a:r>
              <a:rPr lang="en" dirty="0"/>
              <a:t>, the </a:t>
            </a:r>
            <a:r>
              <a:rPr lang="en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" dirty="0"/>
              <a:t> Keyword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E04839A8-A75B-C383-1068-9499C0240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696995"/>
            <a:ext cx="8520600" cy="28718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Trick question for you based on the following code…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Does </a:t>
            </a:r>
            <a:r>
              <a:rPr lang="en-GB" sz="24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2400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have a value?</a:t>
            </a:r>
          </a:p>
        </p:txBody>
      </p:sp>
    </p:spTree>
    <p:extLst>
      <p:ext uri="{BB962C8B-B14F-4D97-AF65-F5344CB8AC3E}">
        <p14:creationId xmlns:p14="http://schemas.microsoft.com/office/powerpoint/2010/main" val="2427790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0481D36D-12A0-5A1A-A668-DDA9175C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2FEEEE05-BD39-B3BD-9D08-B8227263ED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Declaration</a:t>
            </a:r>
            <a:r>
              <a:rPr lang="en" dirty="0"/>
              <a:t>, Default Values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BDB3873-298F-4E56-AFED-F988C3C56A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8628"/>
            <a:ext cx="8520600" cy="3300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When 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declaring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a variable but </a:t>
            </a:r>
            <a:r>
              <a:rPr lang="en-GB" b="1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not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DF8E90"/>
                </a:solidFill>
                <a:latin typeface="+mn-lt"/>
                <a:cs typeface="Courier New" panose="02070309020205020404" pitchFamily="49" charset="0"/>
              </a:rPr>
              <a:t>assigning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a </a:t>
            </a:r>
            <a:r>
              <a:rPr lang="en-GB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to it…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… Go will </a:t>
            </a:r>
            <a:r>
              <a:rPr lang="en-GB" dirty="0">
                <a:solidFill>
                  <a:srgbClr val="DF8E90"/>
                </a:solidFill>
                <a:latin typeface="+mn-lt"/>
                <a:cs typeface="Courier New" panose="02070309020205020404" pitchFamily="49" charset="0"/>
              </a:rPr>
              <a:t>initialise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the variable with a default </a:t>
            </a:r>
            <a:r>
              <a:rPr lang="en-GB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based on the type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612036-61ED-029E-DFFA-30D49ADD4817}"/>
              </a:ext>
            </a:extLst>
          </p:cNvPr>
          <p:cNvGraphicFramePr>
            <a:graphicFrameLocks noGrp="1"/>
          </p:cNvGraphicFramePr>
          <p:nvPr/>
        </p:nvGraphicFramePr>
        <p:xfrm>
          <a:off x="2644346" y="2571750"/>
          <a:ext cx="3855308" cy="1854200"/>
        </p:xfrm>
        <a:graphic>
          <a:graphicData uri="http://schemas.openxmlformats.org/drawingml/2006/table">
            <a:tbl>
              <a:tblPr firstRow="1" bandRow="1">
                <a:tableStyleId>{B2620347-C025-4E77-A790-17E104F87EA8}</a:tableStyleId>
              </a:tblPr>
              <a:tblGrid>
                <a:gridCol w="1927654">
                  <a:extLst>
                    <a:ext uri="{9D8B030D-6E8A-4147-A177-3AD203B41FA5}">
                      <a16:colId xmlns:a16="http://schemas.microsoft.com/office/drawing/2014/main" val="704079632"/>
                    </a:ext>
                  </a:extLst>
                </a:gridCol>
                <a:gridCol w="1927654">
                  <a:extLst>
                    <a:ext uri="{9D8B030D-6E8A-4147-A177-3AD203B41FA5}">
                      <a16:colId xmlns:a16="http://schemas.microsoft.com/office/drawing/2014/main" val="3390758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2">
                              <a:lumMod val="25000"/>
                              <a:lumOff val="75000"/>
                            </a:schemeClr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bg2">
                              <a:lumMod val="25000"/>
                              <a:lumOff val="75000"/>
                            </a:schemeClr>
                          </a:solidFill>
                        </a:rPr>
                        <a:t>Default </a:t>
                      </a:r>
                      <a:r>
                        <a:rPr lang="en-GB" sz="1800" dirty="0">
                          <a:solidFill>
                            <a:srgbClr val="92D050"/>
                          </a:solidFill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57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B9B2E7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92D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B9B2E7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92D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98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B9B2E7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92D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58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B9B2E7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92D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07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743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34512820-5FB7-3BD4-D219-4E70937D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A97649D1-11D3-8196-D4D9-DB18EF31F8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Declaration</a:t>
            </a:r>
            <a:r>
              <a:rPr lang="en" dirty="0"/>
              <a:t>, Default Values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36E07B70-C2AC-A042-575E-F50D68ED3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8628"/>
            <a:ext cx="5455711" cy="3300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A lot of object-oriented languages will do a similar thing,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but will initialise with a non-value,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being a common denotation for this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Go does have an analogous value,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nil</a:t>
            </a: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but Go only uses this as the default for a number of types, none of which we’re looking at in this session</a:t>
            </a:r>
          </a:p>
        </p:txBody>
      </p:sp>
      <p:pic>
        <p:nvPicPr>
          <p:cNvPr id="1026" name="Picture 2" descr="0 vs NULL in toilet paper : r/ProgrammerHumor">
            <a:extLst>
              <a:ext uri="{FF2B5EF4-FFF2-40B4-BE49-F238E27FC236}">
                <a16:creationId xmlns:a16="http://schemas.microsoft.com/office/drawing/2014/main" id="{3DA6D57D-5077-1C09-20D7-8F1EDE2B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288" y="1556526"/>
            <a:ext cx="2626012" cy="239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095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3ECB5D90-2EC5-DD24-7430-F7B6F55D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A0E6F0FD-C27F-20E9-F178-AE548C16C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rgbClr val="DF8E90"/>
                </a:solidFill>
              </a:rPr>
              <a:t>Assignment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62D9FD8-A555-F216-92F1-CAC20A101C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622854"/>
            <a:ext cx="8520600" cy="29460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So, how do we </a:t>
            </a:r>
            <a:r>
              <a:rPr lang="en-GB" dirty="0">
                <a:solidFill>
                  <a:srgbClr val="DFAEAD"/>
                </a:solidFill>
                <a:latin typeface="+mn-lt"/>
                <a:cs typeface="Courier New" panose="02070309020205020404" pitchFamily="49" charset="0"/>
              </a:rPr>
              <a:t>assign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a </a:t>
            </a: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custom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to our variable?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That’s where the standard equals sign (</a:t>
            </a:r>
            <a:r>
              <a:rPr lang="en-GB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) comes into play…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1828800" lvl="4" indent="0"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 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</a:t>
            </a:r>
          </a:p>
          <a:p>
            <a:pPr marL="1828800" lvl="4" indent="0">
              <a:buNone/>
            </a:pP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"Hello"  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assign</a:t>
            </a:r>
          </a:p>
        </p:txBody>
      </p:sp>
    </p:spTree>
    <p:extLst>
      <p:ext uri="{BB962C8B-B14F-4D97-AF65-F5344CB8AC3E}">
        <p14:creationId xmlns:p14="http://schemas.microsoft.com/office/powerpoint/2010/main" val="3697354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012ECC56-ECB9-9B8C-EE2B-5A66179C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B885E2DD-B889-05C7-B89C-556A93624A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rgbClr val="DF8E90"/>
                </a:solidFill>
              </a:rPr>
              <a:t>Assignment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29537F6-8726-D3DE-13D6-085DB295BC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622854"/>
            <a:ext cx="8520600" cy="29460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So, how do we </a:t>
            </a:r>
            <a:r>
              <a:rPr lang="en-GB" dirty="0">
                <a:solidFill>
                  <a:srgbClr val="DFAEAD"/>
                </a:solidFill>
                <a:latin typeface="+mn-lt"/>
                <a:cs typeface="Courier New" panose="02070309020205020404" pitchFamily="49" charset="0"/>
              </a:rPr>
              <a:t>assign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a</a:t>
            </a: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custom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+mn-lt"/>
                <a:cs typeface="Courier New" panose="02070309020205020404" pitchFamily="49" charset="0"/>
              </a:rPr>
              <a:t>value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to our variable?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That’s where the standard equals sign (</a:t>
            </a:r>
            <a:r>
              <a:rPr lang="en-GB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) comes into play…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1828800" lvl="4" indent="0"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 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</a:t>
            </a:r>
          </a:p>
          <a:p>
            <a:pPr marL="1828800" lvl="4" indent="0">
              <a:buNone/>
            </a:pP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"Hello"  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assign</a:t>
            </a:r>
          </a:p>
          <a:p>
            <a:pPr marL="1828800" lvl="4" indent="0"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Do we have to split it over two lines?</a:t>
            </a:r>
          </a:p>
          <a:p>
            <a:pPr marL="1828800" lvl="4" indent="0"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813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54DF1D29-5C77-5DB6-E158-8B8E08FB6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1DC61F5-692F-D152-68BF-9DA16AEB9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Declaration</a:t>
            </a:r>
            <a:r>
              <a:rPr lang="en" dirty="0"/>
              <a:t> </a:t>
            </a:r>
            <a:r>
              <a:rPr lang="en" i="1" dirty="0"/>
              <a:t>and</a:t>
            </a:r>
            <a:r>
              <a:rPr lang="en" dirty="0"/>
              <a:t> </a:t>
            </a:r>
            <a:r>
              <a:rPr lang="en" dirty="0">
                <a:solidFill>
                  <a:srgbClr val="DF8E90"/>
                </a:solidFill>
              </a:rPr>
              <a:t>Assignment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E963017D-2249-C169-9338-00796FA48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67481"/>
            <a:ext cx="8520600" cy="3201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No, we can declare and assign all at once!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 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"Hello"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 even omit the type…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"Hello"</a:t>
            </a: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…and allow the compiler to </a:t>
            </a:r>
            <a:r>
              <a:rPr lang="en-GB" i="1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type based on the value we give</a:t>
            </a: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956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E131CB57-5960-B621-9FD2-936A9CD6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7681B8A5-9DF5-3FE0-F98E-A032CA321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Declaration</a:t>
            </a:r>
            <a:r>
              <a:rPr lang="en" dirty="0"/>
              <a:t> </a:t>
            </a:r>
            <a:r>
              <a:rPr lang="en" i="1" dirty="0"/>
              <a:t>and</a:t>
            </a:r>
            <a:r>
              <a:rPr lang="en" dirty="0"/>
              <a:t> </a:t>
            </a:r>
            <a:r>
              <a:rPr lang="en" dirty="0">
                <a:solidFill>
                  <a:srgbClr val="DF8E90"/>
                </a:solidFill>
              </a:rPr>
              <a:t>Assignment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88F29CE-B125-D075-EA68-E89734082F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67481"/>
            <a:ext cx="8520600" cy="3201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We can even 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declare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and </a:t>
            </a:r>
            <a:r>
              <a:rPr lang="en-GB" dirty="0">
                <a:solidFill>
                  <a:srgbClr val="DFAEAD"/>
                </a:solidFill>
                <a:latin typeface="+mn-lt"/>
                <a:cs typeface="Courier New" panose="02070309020205020404" pitchFamily="49" charset="0"/>
              </a:rPr>
              <a:t>assign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multiple variables in the same line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myOtherVariable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1, 2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accent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If we use that type inference again, we can declare and assign variables of different types in the same line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accent2">
                  <a:lumMod val="1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800" dirty="0" err="1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 err="1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myOtherVariable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"Hello"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Now, </a:t>
            </a:r>
            <a:r>
              <a:rPr lang="en-GB" sz="1800" dirty="0" err="1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1800" dirty="0" err="1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myOtherVariable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10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7091A1C8-A126-18BE-F11B-BC2F0AFB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34D1AD47-20CC-1933-3EDD-B8A6DD36C9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Declaration</a:t>
            </a:r>
            <a:r>
              <a:rPr lang="en" dirty="0"/>
              <a:t> </a:t>
            </a:r>
            <a:r>
              <a:rPr lang="en" i="1" dirty="0"/>
              <a:t>and</a:t>
            </a:r>
            <a:r>
              <a:rPr lang="en" dirty="0"/>
              <a:t> </a:t>
            </a:r>
            <a:r>
              <a:rPr lang="en" dirty="0">
                <a:solidFill>
                  <a:srgbClr val="DF8E90"/>
                </a:solidFill>
              </a:rPr>
              <a:t>Assignment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5941DF11-6584-FC40-1171-3EE351922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67481"/>
            <a:ext cx="8520600" cy="3201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10000"/>
                  </a:schemeClr>
                </a:solidFill>
                <a:latin typeface="+mn-lt"/>
                <a:cs typeface="Courier New" panose="02070309020205020404" pitchFamily="49" charset="0"/>
              </a:rPr>
              <a:t>We can even declare and assign multiple variables in the same line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accent2">
                  <a:lumMod val="1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800" dirty="0" err="1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 err="1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myOtherVariable</a:t>
            </a:r>
            <a:r>
              <a:rPr lang="en-GB" sz="1800" dirty="0">
                <a:solidFill>
                  <a:schemeClr val="accent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= 1, 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If we use that type inference again, we can 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declare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and </a:t>
            </a:r>
            <a:r>
              <a:rPr lang="en-GB" dirty="0">
                <a:solidFill>
                  <a:srgbClr val="DFAEAD"/>
                </a:solidFill>
                <a:latin typeface="+mn-lt"/>
                <a:cs typeface="Courier New" panose="02070309020205020404" pitchFamily="49" charset="0"/>
              </a:rPr>
              <a:t>assign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 variables of different types in the same line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myOtherVariable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"Hello"</a:t>
            </a:r>
            <a:r>
              <a:rPr lang="en-GB" sz="18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Now,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myOtherVariable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351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2B3F355F-E06D-F69D-622B-F41A54D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3D2A853F-A455-1134-0104-78EF2A4D73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</a:t>
            </a:r>
            <a:r>
              <a:rPr lang="e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Declaration</a:t>
            </a:r>
            <a:r>
              <a:rPr lang="en" dirty="0"/>
              <a:t> </a:t>
            </a:r>
            <a:r>
              <a:rPr lang="en" i="1" dirty="0"/>
              <a:t>and</a:t>
            </a:r>
            <a:r>
              <a:rPr lang="en" dirty="0"/>
              <a:t> </a:t>
            </a:r>
            <a:r>
              <a:rPr lang="en" dirty="0">
                <a:solidFill>
                  <a:srgbClr val="DF8E90"/>
                </a:solidFill>
              </a:rPr>
              <a:t>Assignment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58D44503-3891-C51A-D469-42DA9B224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67481"/>
            <a:ext cx="8520600" cy="3201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There’s a nice shorthand for the type-inferred form…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"Hello"</a:t>
            </a:r>
            <a:endParaRPr lang="en-GB" sz="18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8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myVariable</a:t>
            </a:r>
            <a:r>
              <a:rPr lang="en-GB" sz="18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"Hello"</a:t>
            </a:r>
            <a:endParaRPr lang="en-GB" sz="18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operator (</a:t>
            </a:r>
            <a:r>
              <a:rPr lang="en-GB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is very commonplace,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GB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declares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1800" dirty="0">
                <a:solidFill>
                  <a:srgbClr val="DFAE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</a:t>
            </a:r>
            <a:r>
              <a:rPr lang="en-GB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one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is a little less verbose…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784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D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29344ABF-21BC-96AD-6EAC-07F70404D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797B3276-61A1-547D-BB73-C2246EC51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Variables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3239DD6-AE61-A37C-34FE-A39BE994F2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73427"/>
            <a:ext cx="8520600" cy="2995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There’s a lot more to go into…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… tips and tricks and the like…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cs typeface="Courier New" panose="02070309020205020404" pitchFamily="49" charset="0"/>
              </a:rPr>
              <a:t>… but we can leave those for later in the sessions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now, let’s move to the labs!</a:t>
            </a: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5183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D121E76F5CE646A9C07870EBB94916" ma:contentTypeVersion="17" ma:contentTypeDescription="Create a new document." ma:contentTypeScope="" ma:versionID="e3b6a8ecde2ea9be8e4caddae6578eef">
  <xsd:schema xmlns:xsd="http://www.w3.org/2001/XMLSchema" xmlns:xs="http://www.w3.org/2001/XMLSchema" xmlns:p="http://schemas.microsoft.com/office/2006/metadata/properties" xmlns:ns2="2188b33a-ea31-47d6-863c-676f867f4f7c" xmlns:ns3="92de9fe7-1fd6-4961-9268-6c7d765b3eb0" targetNamespace="http://schemas.microsoft.com/office/2006/metadata/properties" ma:root="true" ma:fieldsID="27a74fa29da2619acee843a7e8eb736c" ns2:_="" ns3:_="">
    <xsd:import namespace="2188b33a-ea31-47d6-863c-676f867f4f7c"/>
    <xsd:import namespace="92de9fe7-1fd6-4961-9268-6c7d765b3e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8b33a-ea31-47d6-863c-676f867f4f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e9fe7-1fd6-4961-9268-6c7d765b3eb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06ce121-5c6e-41cc-9241-cd5e84b5f9a6}" ma:internalName="TaxCatchAll" ma:showField="CatchAllData" ma:web="92de9fe7-1fd6-4961-9268-6c7d765b3e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5D6FC0-9001-4E47-A913-8B2AC1EB5DA8}">
  <ds:schemaRefs>
    <ds:schemaRef ds:uri="2188b33a-ea31-47d6-863c-676f867f4f7c"/>
    <ds:schemaRef ds:uri="92de9fe7-1fd6-4961-9268-6c7d765b3e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6A67A7-5BD1-4C80-AEC7-410D927B43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943</Words>
  <Application>Microsoft Macintosh PowerPoint</Application>
  <PresentationFormat>On-screen Show (16:9)</PresentationFormat>
  <Paragraphs>181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Simple Dark</vt:lpstr>
      <vt:lpstr>Variables</vt:lpstr>
      <vt:lpstr>What is a variable?</vt:lpstr>
      <vt:lpstr>What is a variable?</vt:lpstr>
      <vt:lpstr>A name which can represent a value</vt:lpstr>
      <vt:lpstr>A name which can represent a value</vt:lpstr>
      <vt:lpstr>A name which can represent a value</vt:lpstr>
      <vt:lpstr>A name which can represent a value</vt:lpstr>
      <vt:lpstr>Variable Declaration</vt:lpstr>
      <vt:lpstr>Variable Declaration, the var Keyword</vt:lpstr>
      <vt:lpstr>Variable Declaration, the var Keyword</vt:lpstr>
      <vt:lpstr>Variable Declaration, Default Values</vt:lpstr>
      <vt:lpstr>Variable Declaration, Default Values</vt:lpstr>
      <vt:lpstr>Variable Assignment</vt:lpstr>
      <vt:lpstr>Variable Assignment</vt:lpstr>
      <vt:lpstr>Variable Declaration and Assignment</vt:lpstr>
      <vt:lpstr>Variable Declaration and Assignment</vt:lpstr>
      <vt:lpstr>Variable Declaration and Assignment</vt:lpstr>
      <vt:lpstr>Variable Declaration and Assignment</vt:lpstr>
      <vt:lpstr>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Text Processing</dc:title>
  <cp:lastModifiedBy>Carrington, Ben</cp:lastModifiedBy>
  <cp:revision>18</cp:revision>
  <dcterms:modified xsi:type="dcterms:W3CDTF">2025-06-23T09:08:45Z</dcterms:modified>
</cp:coreProperties>
</file>