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3"/>
  </p:sldMasterIdLst>
  <p:notesMasterIdLst>
    <p:notesMasterId r:id="rId13"/>
  </p:notesMasterIdLst>
  <p:sldIdLst>
    <p:sldId id="362" r:id="rId4"/>
    <p:sldId id="363" r:id="rId5"/>
    <p:sldId id="364" r:id="rId6"/>
    <p:sldId id="365" r:id="rId7"/>
    <p:sldId id="366" r:id="rId8"/>
    <p:sldId id="367" r:id="rId9"/>
    <p:sldId id="368" r:id="rId10"/>
    <p:sldId id="369" r:id="rId11"/>
    <p:sldId id="370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015"/>
    <a:srgbClr val="ADEABC"/>
    <a:srgbClr val="DF8E90"/>
    <a:srgbClr val="ADADAD"/>
    <a:srgbClr val="A592E7"/>
    <a:srgbClr val="DFAEAD"/>
    <a:srgbClr val="371754"/>
    <a:srgbClr val="421D62"/>
    <a:srgbClr val="2A133C"/>
    <a:srgbClr val="B9B2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71596E-2AEC-5E4B-8E74-082C8D1DE87C}" v="16" dt="2024-05-22T14:28:04.653"/>
  </p1510:revLst>
</p1510:revInfo>
</file>

<file path=ppt/tableStyles.xml><?xml version="1.0" encoding="utf-8"?>
<a:tblStyleLst xmlns:a="http://schemas.openxmlformats.org/drawingml/2006/main" def="{B2620347-C025-4E77-A790-17E104F87EA8}">
  <a:tblStyle styleId="{B2620347-C025-4E77-A790-17E104F87E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87"/>
    <p:restoredTop sz="94648"/>
  </p:normalViewPr>
  <p:slideViewPr>
    <p:cSldViewPr snapToGrid="0">
      <p:cViewPr varScale="1">
        <p:scale>
          <a:sx n="134" d="100"/>
          <a:sy n="134" d="100"/>
        </p:scale>
        <p:origin x="192" y="6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rington, Ben" userId="1130aac0-c87a-4916-9ba1-bee1bba910c3" providerId="ADAL" clId="{7C71596E-2AEC-5E4B-8E74-082C8D1DE87C}"/>
    <pc:docChg chg="undo custSel addSld delSld modSld modMainMaster">
      <pc:chgData name="Carrington, Ben" userId="1130aac0-c87a-4916-9ba1-bee1bba910c3" providerId="ADAL" clId="{7C71596E-2AEC-5E4B-8E74-082C8D1DE87C}" dt="2024-05-22T14:28:04.653" v="188" actId="20577"/>
      <pc:docMkLst>
        <pc:docMk/>
      </pc:docMkLst>
      <pc:sldChg chg="addSp delSp modSp del mod setBg">
        <pc:chgData name="Carrington, Ben" userId="1130aac0-c87a-4916-9ba1-bee1bba910c3" providerId="ADAL" clId="{7C71596E-2AEC-5E4B-8E74-082C8D1DE87C}" dt="2024-04-29T07:56:46.793" v="85" actId="2696"/>
        <pc:sldMkLst>
          <pc:docMk/>
          <pc:sldMk cId="0" sldId="256"/>
        </pc:sldMkLst>
        <pc:spChg chg="add mod">
          <ac:chgData name="Carrington, Ben" userId="1130aac0-c87a-4916-9ba1-bee1bba910c3" providerId="ADAL" clId="{7C71596E-2AEC-5E4B-8E74-082C8D1DE87C}" dt="2024-04-29T07:49:22.052" v="37" actId="207"/>
          <ac:spMkLst>
            <pc:docMk/>
            <pc:sldMk cId="0" sldId="256"/>
            <ac:spMk id="2" creationId="{1891DABC-68AD-3F46-E293-6F9D9D52B069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4" creationId="{EA4A9C42-7E44-8330-79A7-7BEB6368B61C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5" creationId="{4D52F670-1E9C-E19F-EDE8-88B9BCA63E9C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6" creationId="{CB808ED6-AF88-4FB9-68EB-6D5218D95871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7" creationId="{810E134F-8BD4-8A6E-8175-EC7E141B57AA}"/>
          </ac:spMkLst>
        </pc:spChg>
        <pc:spChg chg="mod">
          <ac:chgData name="Carrington, Ben" userId="1130aac0-c87a-4916-9ba1-bee1bba910c3" providerId="ADAL" clId="{7C71596E-2AEC-5E4B-8E74-082C8D1DE87C}" dt="2024-04-29T07:49:46.743" v="40" actId="207"/>
          <ac:spMkLst>
            <pc:docMk/>
            <pc:sldMk cId="0" sldId="256"/>
            <ac:spMk id="8" creationId="{8D2BB34C-F000-1320-4317-8783FCD6B49E}"/>
          </ac:spMkLst>
        </pc:spChg>
        <pc:spChg chg="add mod">
          <ac:chgData name="Carrington, Ben" userId="1130aac0-c87a-4916-9ba1-bee1bba910c3" providerId="ADAL" clId="{7C71596E-2AEC-5E4B-8E74-082C8D1DE87C}" dt="2024-04-29T07:48:43.176" v="36"/>
          <ac:spMkLst>
            <pc:docMk/>
            <pc:sldMk cId="0" sldId="256"/>
            <ac:spMk id="9" creationId="{0FD6BC87-C8ED-2765-2334-14CCC1260879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1" creationId="{B476C6BF-6A10-712F-C6FA-F6A1B9156B4C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2" creationId="{871E633D-8BF6-0CD5-E3A5-6B2870A8A551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3" creationId="{579CFA44-80CF-2EB0-C6ED-CA847E450F99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4" creationId="{5C339161-C9D3-C35B-D5B9-911CDC1540E1}"/>
          </ac:spMkLst>
        </pc:spChg>
        <pc:spChg chg="mod">
          <ac:chgData name="Carrington, Ben" userId="1130aac0-c87a-4916-9ba1-bee1bba910c3" providerId="ADAL" clId="{7C71596E-2AEC-5E4B-8E74-082C8D1DE87C}" dt="2024-04-29T07:49:27.891" v="38"/>
          <ac:spMkLst>
            <pc:docMk/>
            <pc:sldMk cId="0" sldId="256"/>
            <ac:spMk id="15" creationId="{9DCF46DD-08B4-CC53-3CF6-DA7446C302FA}"/>
          </ac:spMkLst>
        </pc:spChg>
        <pc:spChg chg="add mod">
          <ac:chgData name="Carrington, Ben" userId="1130aac0-c87a-4916-9ba1-bee1bba910c3" providerId="ADAL" clId="{7C71596E-2AEC-5E4B-8E74-082C8D1DE87C}" dt="2024-04-29T07:50:53.514" v="66" actId="20577"/>
          <ac:spMkLst>
            <pc:docMk/>
            <pc:sldMk cId="0" sldId="256"/>
            <ac:spMk id="16" creationId="{20EEA392-9CDB-FD28-FEB1-86DD0F5CD0B9}"/>
          </ac:spMkLst>
        </pc:spChg>
        <pc:spChg chg="del">
          <ac:chgData name="Carrington, Ben" userId="1130aac0-c87a-4916-9ba1-bee1bba910c3" providerId="ADAL" clId="{7C71596E-2AEC-5E4B-8E74-082C8D1DE87C}" dt="2024-04-29T07:50:13.036" v="42" actId="478"/>
          <ac:spMkLst>
            <pc:docMk/>
            <pc:sldMk cId="0" sldId="256"/>
            <ac:spMk id="54" creationId="{00000000-0000-0000-0000-000000000000}"/>
          </ac:spMkLst>
        </pc:spChg>
        <pc:grpChg chg="add del mod">
          <ac:chgData name="Carrington, Ben" userId="1130aac0-c87a-4916-9ba1-bee1bba910c3" providerId="ADAL" clId="{7C71596E-2AEC-5E4B-8E74-082C8D1DE87C}" dt="2024-04-29T07:50:14.470" v="43" actId="478"/>
          <ac:grpSpMkLst>
            <pc:docMk/>
            <pc:sldMk cId="0" sldId="256"/>
            <ac:grpSpMk id="3" creationId="{65166D00-089A-EED2-083D-95E94489E9EF}"/>
          </ac:grpSpMkLst>
        </pc:grpChg>
        <pc:grpChg chg="add mod">
          <ac:chgData name="Carrington, Ben" userId="1130aac0-c87a-4916-9ba1-bee1bba910c3" providerId="ADAL" clId="{7C71596E-2AEC-5E4B-8E74-082C8D1DE87C}" dt="2024-04-29T07:49:27.891" v="38"/>
          <ac:grpSpMkLst>
            <pc:docMk/>
            <pc:sldMk cId="0" sldId="256"/>
            <ac:grpSpMk id="10" creationId="{C71CF2D8-7980-B7DE-7F36-E51A6A01265A}"/>
          </ac:grpSpMkLst>
        </pc:grpChg>
        <pc:picChg chg="add del">
          <ac:chgData name="Carrington, Ben" userId="1130aac0-c87a-4916-9ba1-bee1bba910c3" providerId="ADAL" clId="{7C71596E-2AEC-5E4B-8E74-082C8D1DE87C}" dt="2024-04-29T07:50:13.036" v="42" actId="478"/>
          <ac:picMkLst>
            <pc:docMk/>
            <pc:sldMk cId="0" sldId="256"/>
            <ac:picMk id="1026" creationId="{E6EECED0-4824-AC85-779B-825C51705F9B}"/>
          </ac:picMkLst>
        </pc:picChg>
        <pc:picChg chg="add mod">
          <ac:chgData name="Carrington, Ben" userId="1130aac0-c87a-4916-9ba1-bee1bba910c3" providerId="ADAL" clId="{7C71596E-2AEC-5E4B-8E74-082C8D1DE87C}" dt="2024-04-29T07:55:54.938" v="81" actId="1076"/>
          <ac:picMkLst>
            <pc:docMk/>
            <pc:sldMk cId="0" sldId="256"/>
            <ac:picMk id="1028" creationId="{942131FF-A57E-C155-E4D0-77264AA1BA6F}"/>
          </ac:picMkLst>
        </pc:picChg>
      </pc:sldChg>
      <pc:sldChg chg="addSp modSp mod">
        <pc:chgData name="Carrington, Ben" userId="1130aac0-c87a-4916-9ba1-bee1bba910c3" providerId="ADAL" clId="{7C71596E-2AEC-5E4B-8E74-082C8D1DE87C}" dt="2024-04-29T07:52:19.374" v="79"/>
        <pc:sldMkLst>
          <pc:docMk/>
          <pc:sldMk cId="0" sldId="257"/>
        </pc:sldMkLst>
        <pc:spChg chg="mod">
          <ac:chgData name="Carrington, Ben" userId="1130aac0-c87a-4916-9ba1-bee1bba910c3" providerId="ADAL" clId="{7C71596E-2AEC-5E4B-8E74-082C8D1DE87C}" dt="2024-04-29T07:44:09.552" v="0" actId="27636"/>
          <ac:spMkLst>
            <pc:docMk/>
            <pc:sldMk cId="0" sldId="257"/>
            <ac:spMk id="61" creationId="{00000000-0000-0000-0000-000000000000}"/>
          </ac:spMkLst>
        </pc:spChg>
        <pc:picChg chg="add">
          <ac:chgData name="Carrington, Ben" userId="1130aac0-c87a-4916-9ba1-bee1bba910c3" providerId="ADAL" clId="{7C71596E-2AEC-5E4B-8E74-082C8D1DE87C}" dt="2024-04-29T07:52:16.949" v="77"/>
          <ac:picMkLst>
            <pc:docMk/>
            <pc:sldMk cId="0" sldId="257"/>
            <ac:picMk id="3074" creationId="{20E7C3C8-1A3B-F1DC-0F0F-30C33DAB7051}"/>
          </ac:picMkLst>
        </pc:picChg>
        <pc:picChg chg="add mod">
          <ac:chgData name="Carrington, Ben" userId="1130aac0-c87a-4916-9ba1-bee1bba910c3" providerId="ADAL" clId="{7C71596E-2AEC-5E4B-8E74-082C8D1DE87C}" dt="2024-04-29T07:52:19.374" v="79"/>
          <ac:picMkLst>
            <pc:docMk/>
            <pc:sldMk cId="0" sldId="257"/>
            <ac:picMk id="3076" creationId="{38607BD3-92A1-7F43-F8DE-1C151545CC00}"/>
          </ac:picMkLst>
        </pc:picChg>
      </pc:sldChg>
      <pc:sldChg chg="modSp mod">
        <pc:chgData name="Carrington, Ben" userId="1130aac0-c87a-4916-9ba1-bee1bba910c3" providerId="ADAL" clId="{7C71596E-2AEC-5E4B-8E74-082C8D1DE87C}" dt="2024-05-21T14:14:15.083" v="89" actId="2711"/>
        <pc:sldMkLst>
          <pc:docMk/>
          <pc:sldMk cId="0" sldId="261"/>
        </pc:sldMkLst>
        <pc:spChg chg="mod">
          <ac:chgData name="Carrington, Ben" userId="1130aac0-c87a-4916-9ba1-bee1bba910c3" providerId="ADAL" clId="{7C71596E-2AEC-5E4B-8E74-082C8D1DE87C}" dt="2024-05-21T14:14:15.083" v="89" actId="2711"/>
          <ac:spMkLst>
            <pc:docMk/>
            <pc:sldMk cId="0" sldId="261"/>
            <ac:spMk id="88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66" v="1" actId="27636"/>
        <pc:sldMkLst>
          <pc:docMk/>
          <pc:sldMk cId="0" sldId="265"/>
        </pc:sldMkLst>
        <pc:spChg chg="mod">
          <ac:chgData name="Carrington, Ben" userId="1130aac0-c87a-4916-9ba1-bee1bba910c3" providerId="ADAL" clId="{7C71596E-2AEC-5E4B-8E74-082C8D1DE87C}" dt="2024-04-29T07:44:09.566" v="1" actId="27636"/>
          <ac:spMkLst>
            <pc:docMk/>
            <pc:sldMk cId="0" sldId="265"/>
            <ac:spMk id="11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72" v="2" actId="27636"/>
        <pc:sldMkLst>
          <pc:docMk/>
          <pc:sldMk cId="0" sldId="267"/>
        </pc:sldMkLst>
        <pc:spChg chg="mod">
          <ac:chgData name="Carrington, Ben" userId="1130aac0-c87a-4916-9ba1-bee1bba910c3" providerId="ADAL" clId="{7C71596E-2AEC-5E4B-8E74-082C8D1DE87C}" dt="2024-04-29T07:44:09.572" v="2" actId="27636"/>
          <ac:spMkLst>
            <pc:docMk/>
            <pc:sldMk cId="0" sldId="267"/>
            <ac:spMk id="125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89" v="3" actId="27636"/>
        <pc:sldMkLst>
          <pc:docMk/>
          <pc:sldMk cId="0" sldId="275"/>
        </pc:sldMkLst>
        <pc:spChg chg="mod">
          <ac:chgData name="Carrington, Ben" userId="1130aac0-c87a-4916-9ba1-bee1bba910c3" providerId="ADAL" clId="{7C71596E-2AEC-5E4B-8E74-082C8D1DE87C}" dt="2024-04-29T07:44:09.589" v="3" actId="27636"/>
          <ac:spMkLst>
            <pc:docMk/>
            <pc:sldMk cId="0" sldId="275"/>
            <ac:spMk id="17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92" v="4" actId="27636"/>
        <pc:sldMkLst>
          <pc:docMk/>
          <pc:sldMk cId="0" sldId="276"/>
        </pc:sldMkLst>
        <pc:spChg chg="mod">
          <ac:chgData name="Carrington, Ben" userId="1130aac0-c87a-4916-9ba1-bee1bba910c3" providerId="ADAL" clId="{7C71596E-2AEC-5E4B-8E74-082C8D1DE87C}" dt="2024-04-29T07:44:09.592" v="4" actId="27636"/>
          <ac:spMkLst>
            <pc:docMk/>
            <pc:sldMk cId="0" sldId="276"/>
            <ac:spMk id="179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597" v="5" actId="27636"/>
        <pc:sldMkLst>
          <pc:docMk/>
          <pc:sldMk cId="0" sldId="277"/>
        </pc:sldMkLst>
        <pc:spChg chg="mod">
          <ac:chgData name="Carrington, Ben" userId="1130aac0-c87a-4916-9ba1-bee1bba910c3" providerId="ADAL" clId="{7C71596E-2AEC-5E4B-8E74-082C8D1DE87C}" dt="2024-04-29T07:44:09.597" v="5" actId="27636"/>
          <ac:spMkLst>
            <pc:docMk/>
            <pc:sldMk cId="0" sldId="277"/>
            <ac:spMk id="185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02" v="6" actId="27636"/>
        <pc:sldMkLst>
          <pc:docMk/>
          <pc:sldMk cId="0" sldId="278"/>
        </pc:sldMkLst>
        <pc:spChg chg="mod">
          <ac:chgData name="Carrington, Ben" userId="1130aac0-c87a-4916-9ba1-bee1bba910c3" providerId="ADAL" clId="{7C71596E-2AEC-5E4B-8E74-082C8D1DE87C}" dt="2024-04-29T07:44:09.602" v="6" actId="27636"/>
          <ac:spMkLst>
            <pc:docMk/>
            <pc:sldMk cId="0" sldId="278"/>
            <ac:spMk id="191" creationId="{00000000-0000-0000-0000-000000000000}"/>
          </ac:spMkLst>
        </pc:spChg>
      </pc:sldChg>
      <pc:sldChg chg="modNotesTx">
        <pc:chgData name="Carrington, Ben" userId="1130aac0-c87a-4916-9ba1-bee1bba910c3" providerId="ADAL" clId="{7C71596E-2AEC-5E4B-8E74-082C8D1DE87C}" dt="2024-05-21T14:36:17.656" v="116" actId="20577"/>
        <pc:sldMkLst>
          <pc:docMk/>
          <pc:sldMk cId="0" sldId="279"/>
        </pc:sldMkLst>
      </pc:sldChg>
      <pc:sldChg chg="modSp mod">
        <pc:chgData name="Carrington, Ben" userId="1130aac0-c87a-4916-9ba1-bee1bba910c3" providerId="ADAL" clId="{7C71596E-2AEC-5E4B-8E74-082C8D1DE87C}" dt="2024-05-21T14:35:19.863" v="107" actId="313"/>
        <pc:sldMkLst>
          <pc:docMk/>
          <pc:sldMk cId="0" sldId="280"/>
        </pc:sldMkLst>
        <pc:spChg chg="mod">
          <ac:chgData name="Carrington, Ben" userId="1130aac0-c87a-4916-9ba1-bee1bba910c3" providerId="ADAL" clId="{7C71596E-2AEC-5E4B-8E74-082C8D1DE87C}" dt="2024-05-21T14:35:19.863" v="107" actId="313"/>
          <ac:spMkLst>
            <pc:docMk/>
            <pc:sldMk cId="0" sldId="280"/>
            <ac:spMk id="203" creationId="{00000000-0000-0000-0000-000000000000}"/>
          </ac:spMkLst>
        </pc:spChg>
      </pc:sldChg>
      <pc:sldChg chg="modSp mod modNotesTx">
        <pc:chgData name="Carrington, Ben" userId="1130aac0-c87a-4916-9ba1-bee1bba910c3" providerId="ADAL" clId="{7C71596E-2AEC-5E4B-8E74-082C8D1DE87C}" dt="2024-05-21T14:36:29.772" v="117" actId="20577"/>
        <pc:sldMkLst>
          <pc:docMk/>
          <pc:sldMk cId="0" sldId="281"/>
        </pc:sldMkLst>
        <pc:spChg chg="mod">
          <ac:chgData name="Carrington, Ben" userId="1130aac0-c87a-4916-9ba1-bee1bba910c3" providerId="ADAL" clId="{7C71596E-2AEC-5E4B-8E74-082C8D1DE87C}" dt="2024-05-21T14:35:31.759" v="115" actId="20577"/>
          <ac:spMkLst>
            <pc:docMk/>
            <pc:sldMk cId="0" sldId="281"/>
            <ac:spMk id="210" creationId="{00000000-0000-0000-0000-000000000000}"/>
          </ac:spMkLst>
        </pc:spChg>
      </pc:sldChg>
      <pc:sldChg chg="modNotesTx">
        <pc:chgData name="Carrington, Ben" userId="1130aac0-c87a-4916-9ba1-bee1bba910c3" providerId="ADAL" clId="{7C71596E-2AEC-5E4B-8E74-082C8D1DE87C}" dt="2024-05-21T14:36:36.689" v="119" actId="20577"/>
        <pc:sldMkLst>
          <pc:docMk/>
          <pc:sldMk cId="0" sldId="282"/>
        </pc:sldMkLst>
      </pc:sldChg>
      <pc:sldChg chg="modSp mod">
        <pc:chgData name="Carrington, Ben" userId="1130aac0-c87a-4916-9ba1-bee1bba910c3" providerId="ADAL" clId="{7C71596E-2AEC-5E4B-8E74-082C8D1DE87C}" dt="2024-05-21T14:37:04.739" v="128" actId="313"/>
        <pc:sldMkLst>
          <pc:docMk/>
          <pc:sldMk cId="0" sldId="283"/>
        </pc:sldMkLst>
        <pc:spChg chg="mod">
          <ac:chgData name="Carrington, Ben" userId="1130aac0-c87a-4916-9ba1-bee1bba910c3" providerId="ADAL" clId="{7C71596E-2AEC-5E4B-8E74-082C8D1DE87C}" dt="2024-05-21T14:37:04.739" v="128" actId="313"/>
          <ac:spMkLst>
            <pc:docMk/>
            <pc:sldMk cId="0" sldId="283"/>
            <ac:spMk id="22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43:03.648" v="137" actId="313"/>
        <pc:sldMkLst>
          <pc:docMk/>
          <pc:sldMk cId="0" sldId="286"/>
        </pc:sldMkLst>
        <pc:spChg chg="mod">
          <ac:chgData name="Carrington, Ben" userId="1130aac0-c87a-4916-9ba1-bee1bba910c3" providerId="ADAL" clId="{7C71596E-2AEC-5E4B-8E74-082C8D1DE87C}" dt="2024-05-21T14:43:03.648" v="137" actId="313"/>
          <ac:spMkLst>
            <pc:docMk/>
            <pc:sldMk cId="0" sldId="286"/>
            <ac:spMk id="242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18" v="8" actId="27636"/>
        <pc:sldMkLst>
          <pc:docMk/>
          <pc:sldMk cId="0" sldId="288"/>
        </pc:sldMkLst>
        <pc:spChg chg="mod">
          <ac:chgData name="Carrington, Ben" userId="1130aac0-c87a-4916-9ba1-bee1bba910c3" providerId="ADAL" clId="{7C71596E-2AEC-5E4B-8E74-082C8D1DE87C}" dt="2024-04-29T07:44:09.618" v="8" actId="27636"/>
          <ac:spMkLst>
            <pc:docMk/>
            <pc:sldMk cId="0" sldId="288"/>
            <ac:spMk id="254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43:29.377" v="139" actId="20577"/>
        <pc:sldMkLst>
          <pc:docMk/>
          <pc:sldMk cId="0" sldId="289"/>
        </pc:sldMkLst>
        <pc:spChg chg="mod">
          <ac:chgData name="Carrington, Ben" userId="1130aac0-c87a-4916-9ba1-bee1bba910c3" providerId="ADAL" clId="{7C71596E-2AEC-5E4B-8E74-082C8D1DE87C}" dt="2024-05-21T14:43:29.377" v="139" actId="20577"/>
          <ac:spMkLst>
            <pc:docMk/>
            <pc:sldMk cId="0" sldId="289"/>
            <ac:spMk id="260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23" v="9" actId="27636"/>
        <pc:sldMkLst>
          <pc:docMk/>
          <pc:sldMk cId="0" sldId="290"/>
        </pc:sldMkLst>
        <pc:spChg chg="mod">
          <ac:chgData name="Carrington, Ben" userId="1130aac0-c87a-4916-9ba1-bee1bba910c3" providerId="ADAL" clId="{7C71596E-2AEC-5E4B-8E74-082C8D1DE87C}" dt="2024-04-29T07:44:09.623" v="9" actId="27636"/>
          <ac:spMkLst>
            <pc:docMk/>
            <pc:sldMk cId="0" sldId="290"/>
            <ac:spMk id="266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44:11.566" v="148" actId="20577"/>
        <pc:sldMkLst>
          <pc:docMk/>
          <pc:sldMk cId="0" sldId="291"/>
        </pc:sldMkLst>
        <pc:spChg chg="mod">
          <ac:chgData name="Carrington, Ben" userId="1130aac0-c87a-4916-9ba1-bee1bba910c3" providerId="ADAL" clId="{7C71596E-2AEC-5E4B-8E74-082C8D1DE87C}" dt="2024-05-21T14:44:11.566" v="148" actId="20577"/>
          <ac:spMkLst>
            <pc:docMk/>
            <pc:sldMk cId="0" sldId="291"/>
            <ac:spMk id="272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53:34.329" v="156" actId="313"/>
        <pc:sldMkLst>
          <pc:docMk/>
          <pc:sldMk cId="0" sldId="294"/>
        </pc:sldMkLst>
        <pc:spChg chg="mod">
          <ac:chgData name="Carrington, Ben" userId="1130aac0-c87a-4916-9ba1-bee1bba910c3" providerId="ADAL" clId="{7C71596E-2AEC-5E4B-8E74-082C8D1DE87C}" dt="2024-05-21T14:53:34.329" v="156" actId="313"/>
          <ac:spMkLst>
            <pc:docMk/>
            <pc:sldMk cId="0" sldId="294"/>
            <ac:spMk id="290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55:49.708" v="164" actId="313"/>
        <pc:sldMkLst>
          <pc:docMk/>
          <pc:sldMk cId="0" sldId="297"/>
        </pc:sldMkLst>
        <pc:spChg chg="mod">
          <ac:chgData name="Carrington, Ben" userId="1130aac0-c87a-4916-9ba1-bee1bba910c3" providerId="ADAL" clId="{7C71596E-2AEC-5E4B-8E74-082C8D1DE87C}" dt="2024-05-21T14:55:49.708" v="164" actId="313"/>
          <ac:spMkLst>
            <pc:docMk/>
            <pc:sldMk cId="0" sldId="297"/>
            <ac:spMk id="308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34" v="10" actId="27636"/>
        <pc:sldMkLst>
          <pc:docMk/>
          <pc:sldMk cId="0" sldId="298"/>
        </pc:sldMkLst>
        <pc:spChg chg="mod">
          <ac:chgData name="Carrington, Ben" userId="1130aac0-c87a-4916-9ba1-bee1bba910c3" providerId="ADAL" clId="{7C71596E-2AEC-5E4B-8E74-082C8D1DE87C}" dt="2024-04-29T07:44:09.634" v="10" actId="27636"/>
          <ac:spMkLst>
            <pc:docMk/>
            <pc:sldMk cId="0" sldId="298"/>
            <ac:spMk id="314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1T14:57:12.765" v="172" actId="313"/>
        <pc:sldMkLst>
          <pc:docMk/>
          <pc:sldMk cId="0" sldId="299"/>
        </pc:sldMkLst>
        <pc:spChg chg="mod">
          <ac:chgData name="Carrington, Ben" userId="1130aac0-c87a-4916-9ba1-bee1bba910c3" providerId="ADAL" clId="{7C71596E-2AEC-5E4B-8E74-082C8D1DE87C}" dt="2024-05-21T14:57:12.765" v="172" actId="313"/>
          <ac:spMkLst>
            <pc:docMk/>
            <pc:sldMk cId="0" sldId="299"/>
            <ac:spMk id="320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41" v="11" actId="27636"/>
        <pc:sldMkLst>
          <pc:docMk/>
          <pc:sldMk cId="0" sldId="302"/>
        </pc:sldMkLst>
        <pc:spChg chg="mod">
          <ac:chgData name="Carrington, Ben" userId="1130aac0-c87a-4916-9ba1-bee1bba910c3" providerId="ADAL" clId="{7C71596E-2AEC-5E4B-8E74-082C8D1DE87C}" dt="2024-04-29T07:44:09.641" v="11" actId="27636"/>
          <ac:spMkLst>
            <pc:docMk/>
            <pc:sldMk cId="0" sldId="302"/>
            <ac:spMk id="338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51" v="12" actId="27636"/>
        <pc:sldMkLst>
          <pc:docMk/>
          <pc:sldMk cId="0" sldId="305"/>
        </pc:sldMkLst>
        <pc:spChg chg="mod">
          <ac:chgData name="Carrington, Ben" userId="1130aac0-c87a-4916-9ba1-bee1bba910c3" providerId="ADAL" clId="{7C71596E-2AEC-5E4B-8E74-082C8D1DE87C}" dt="2024-04-29T07:44:09.651" v="12" actId="27636"/>
          <ac:spMkLst>
            <pc:docMk/>
            <pc:sldMk cId="0" sldId="305"/>
            <ac:spMk id="35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60" v="13" actId="27636"/>
        <pc:sldMkLst>
          <pc:docMk/>
          <pc:sldMk cId="0" sldId="310"/>
        </pc:sldMkLst>
        <pc:spChg chg="mod">
          <ac:chgData name="Carrington, Ben" userId="1130aac0-c87a-4916-9ba1-bee1bba910c3" providerId="ADAL" clId="{7C71596E-2AEC-5E4B-8E74-082C8D1DE87C}" dt="2024-04-29T07:44:09.660" v="13" actId="27636"/>
          <ac:spMkLst>
            <pc:docMk/>
            <pc:sldMk cId="0" sldId="310"/>
            <ac:spMk id="38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66" v="14" actId="27636"/>
        <pc:sldMkLst>
          <pc:docMk/>
          <pc:sldMk cId="0" sldId="311"/>
        </pc:sldMkLst>
        <pc:spChg chg="mod">
          <ac:chgData name="Carrington, Ben" userId="1130aac0-c87a-4916-9ba1-bee1bba910c3" providerId="ADAL" clId="{7C71596E-2AEC-5E4B-8E74-082C8D1DE87C}" dt="2024-04-29T07:44:09.666" v="14" actId="27636"/>
          <ac:spMkLst>
            <pc:docMk/>
            <pc:sldMk cId="0" sldId="311"/>
            <ac:spMk id="393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72" v="15" actId="27636"/>
        <pc:sldMkLst>
          <pc:docMk/>
          <pc:sldMk cId="0" sldId="315"/>
        </pc:sldMkLst>
        <pc:spChg chg="mod">
          <ac:chgData name="Carrington, Ben" userId="1130aac0-c87a-4916-9ba1-bee1bba910c3" providerId="ADAL" clId="{7C71596E-2AEC-5E4B-8E74-082C8D1DE87C}" dt="2024-04-29T07:44:09.672" v="15" actId="27636"/>
          <ac:spMkLst>
            <pc:docMk/>
            <pc:sldMk cId="0" sldId="315"/>
            <ac:spMk id="41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86" v="16" actId="27636"/>
        <pc:sldMkLst>
          <pc:docMk/>
          <pc:sldMk cId="0" sldId="320"/>
        </pc:sldMkLst>
        <pc:spChg chg="mod">
          <ac:chgData name="Carrington, Ben" userId="1130aac0-c87a-4916-9ba1-bee1bba910c3" providerId="ADAL" clId="{7C71596E-2AEC-5E4B-8E74-082C8D1DE87C}" dt="2024-04-29T07:44:09.686" v="16" actId="27636"/>
          <ac:spMkLst>
            <pc:docMk/>
            <pc:sldMk cId="0" sldId="320"/>
            <ac:spMk id="447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5-22T14:28:04.653" v="188" actId="20577"/>
        <pc:sldMkLst>
          <pc:docMk/>
          <pc:sldMk cId="0" sldId="322"/>
        </pc:sldMkLst>
        <pc:spChg chg="mod">
          <ac:chgData name="Carrington, Ben" userId="1130aac0-c87a-4916-9ba1-bee1bba910c3" providerId="ADAL" clId="{7C71596E-2AEC-5E4B-8E74-082C8D1DE87C}" dt="2024-05-22T14:28:04.653" v="188" actId="20577"/>
          <ac:spMkLst>
            <pc:docMk/>
            <pc:sldMk cId="0" sldId="322"/>
            <ac:spMk id="459" creationId="{00000000-0000-0000-0000-000000000000}"/>
          </ac:spMkLst>
        </pc:spChg>
      </pc:sldChg>
      <pc:sldChg chg="modSp mod">
        <pc:chgData name="Carrington, Ben" userId="1130aac0-c87a-4916-9ba1-bee1bba910c3" providerId="ADAL" clId="{7C71596E-2AEC-5E4B-8E74-082C8D1DE87C}" dt="2024-04-29T07:44:09.699" v="17" actId="27636"/>
        <pc:sldMkLst>
          <pc:docMk/>
          <pc:sldMk cId="0" sldId="327"/>
        </pc:sldMkLst>
        <pc:spChg chg="mod">
          <ac:chgData name="Carrington, Ben" userId="1130aac0-c87a-4916-9ba1-bee1bba910c3" providerId="ADAL" clId="{7C71596E-2AEC-5E4B-8E74-082C8D1DE87C}" dt="2024-04-29T07:44:09.699" v="17" actId="27636"/>
          <ac:spMkLst>
            <pc:docMk/>
            <pc:sldMk cId="0" sldId="327"/>
            <ac:spMk id="490" creationId="{00000000-0000-0000-0000-000000000000}"/>
          </ac:spMkLst>
        </pc:spChg>
      </pc:sldChg>
      <pc:sldChg chg="modSp add mod">
        <pc:chgData name="Carrington, Ben" userId="1130aac0-c87a-4916-9ba1-bee1bba910c3" providerId="ADAL" clId="{7C71596E-2AEC-5E4B-8E74-082C8D1DE87C}" dt="2024-04-29T07:56:43.760" v="84"/>
        <pc:sldMkLst>
          <pc:docMk/>
          <pc:sldMk cId="0" sldId="330"/>
        </pc:sldMkLst>
        <pc:spChg chg="mod">
          <ac:chgData name="Carrington, Ben" userId="1130aac0-c87a-4916-9ba1-bee1bba910c3" providerId="ADAL" clId="{7C71596E-2AEC-5E4B-8E74-082C8D1DE87C}" dt="2024-04-29T07:56:38.712" v="83"/>
          <ac:spMkLst>
            <pc:docMk/>
            <pc:sldMk cId="0" sldId="330"/>
            <ac:spMk id="16" creationId="{20EEA392-9CDB-FD28-FEB1-86DD0F5CD0B9}"/>
          </ac:spMkLst>
        </pc:spChg>
        <pc:spChg chg="mod">
          <ac:chgData name="Carrington, Ben" userId="1130aac0-c87a-4916-9ba1-bee1bba910c3" providerId="ADAL" clId="{7C71596E-2AEC-5E4B-8E74-082C8D1DE87C}" dt="2024-04-29T07:56:43.760" v="84"/>
          <ac:spMkLst>
            <pc:docMk/>
            <pc:sldMk cId="0" sldId="330"/>
            <ac:spMk id="55" creationId="{00000000-0000-0000-0000-000000000000}"/>
          </ac:spMkLst>
        </pc:spChg>
      </pc:sldChg>
      <pc:sldMasterChg chg="addSp modSp mod setBg modSldLayout">
        <pc:chgData name="Carrington, Ben" userId="1130aac0-c87a-4916-9ba1-bee1bba910c3" providerId="ADAL" clId="{7C71596E-2AEC-5E4B-8E74-082C8D1DE87C}" dt="2024-04-29T07:52:10.722" v="76" actId="1076"/>
        <pc:sldMasterMkLst>
          <pc:docMk/>
          <pc:sldMasterMk cId="0" sldId="2147483659"/>
        </pc:sldMasterMkLst>
        <pc:spChg chg="mod">
          <ac:chgData name="Carrington, Ben" userId="1130aac0-c87a-4916-9ba1-bee1bba910c3" providerId="ADAL" clId="{7C71596E-2AEC-5E4B-8E74-082C8D1DE87C}" dt="2024-04-29T07:46:40.710" v="20" actId="20577"/>
          <ac:spMkLst>
            <pc:docMk/>
            <pc:sldMasterMk cId="0" sldId="2147483659"/>
            <ac:spMk id="6" creationId="{00000000-0000-0000-0000-000000000000}"/>
          </ac:spMkLst>
        </pc:spChg>
        <pc:picChg chg="add mod">
          <ac:chgData name="Carrington, Ben" userId="1130aac0-c87a-4916-9ba1-bee1bba910c3" providerId="ADAL" clId="{7C71596E-2AEC-5E4B-8E74-082C8D1DE87C}" dt="2024-04-29T07:52:10.722" v="76" actId="1076"/>
          <ac:picMkLst>
            <pc:docMk/>
            <pc:sldMasterMk cId="0" sldId="2147483659"/>
            <ac:picMk id="2050" creationId="{9F9B465D-0BEB-7236-749C-1CBF6D472F02}"/>
          </ac:picMkLst>
        </pc:picChg>
        <pc:sldLayoutChg chg="setBg">
          <pc:chgData name="Carrington, Ben" userId="1130aac0-c87a-4916-9ba1-bee1bba910c3" providerId="ADAL" clId="{7C71596E-2AEC-5E4B-8E74-082C8D1DE87C}" dt="2024-04-29T07:51:28.957" v="71"/>
          <pc:sldLayoutMkLst>
            <pc:docMk/>
            <pc:sldMasterMk cId="0" sldId="2147483659"/>
            <pc:sldLayoutMk cId="0" sldId="2147483648"/>
          </pc:sldLayoutMkLst>
        </pc:sldLayoutChg>
      </pc:sldMasterChg>
    </pc:docChg>
  </pc:docChgLst>
  <pc:docChgLst>
    <pc:chgData name="Carrington, Ben" userId="S::ben.a.carrington@capgemini.com::1130aac0-c87a-4916-9ba1-bee1bba910c3" providerId="AD" clId="Web-{B1D008AF-0C93-B270-AC46-9819A8E5AE60}"/>
    <pc:docChg chg="modSld">
      <pc:chgData name="Carrington, Ben" userId="S::ben.a.carrington@capgemini.com::1130aac0-c87a-4916-9ba1-bee1bba910c3" providerId="AD" clId="Web-{B1D008AF-0C93-B270-AC46-9819A8E5AE60}" dt="2024-04-29T15:57:21.255" v="10" actId="20577"/>
      <pc:docMkLst>
        <pc:docMk/>
      </pc:docMkLst>
      <pc:sldChg chg="modSp">
        <pc:chgData name="Carrington, Ben" userId="S::ben.a.carrington@capgemini.com::1130aac0-c87a-4916-9ba1-bee1bba910c3" providerId="AD" clId="Web-{B1D008AF-0C93-B270-AC46-9819A8E5AE60}" dt="2024-04-29T15:40:11.726" v="4" actId="20577"/>
        <pc:sldMkLst>
          <pc:docMk/>
          <pc:sldMk cId="0" sldId="265"/>
        </pc:sldMkLst>
        <pc:spChg chg="mod">
          <ac:chgData name="Carrington, Ben" userId="S::ben.a.carrington@capgemini.com::1130aac0-c87a-4916-9ba1-bee1bba910c3" providerId="AD" clId="Web-{B1D008AF-0C93-B270-AC46-9819A8E5AE60}" dt="2024-04-29T15:40:11.726" v="4" actId="20577"/>
          <ac:spMkLst>
            <pc:docMk/>
            <pc:sldMk cId="0" sldId="265"/>
            <ac:spMk id="113" creationId="{00000000-0000-0000-0000-000000000000}"/>
          </ac:spMkLst>
        </pc:spChg>
      </pc:sldChg>
      <pc:sldChg chg="modSp">
        <pc:chgData name="Carrington, Ben" userId="S::ben.a.carrington@capgemini.com::1130aac0-c87a-4916-9ba1-bee1bba910c3" providerId="AD" clId="Web-{B1D008AF-0C93-B270-AC46-9819A8E5AE60}" dt="2024-04-29T15:55:09.659" v="6" actId="20577"/>
        <pc:sldMkLst>
          <pc:docMk/>
          <pc:sldMk cId="0" sldId="269"/>
        </pc:sldMkLst>
        <pc:spChg chg="mod">
          <ac:chgData name="Carrington, Ben" userId="S::ben.a.carrington@capgemini.com::1130aac0-c87a-4916-9ba1-bee1bba910c3" providerId="AD" clId="Web-{B1D008AF-0C93-B270-AC46-9819A8E5AE60}" dt="2024-04-29T15:55:09.659" v="6" actId="20577"/>
          <ac:spMkLst>
            <pc:docMk/>
            <pc:sldMk cId="0" sldId="269"/>
            <ac:spMk id="137" creationId="{00000000-0000-0000-0000-000000000000}"/>
          </ac:spMkLst>
        </pc:spChg>
      </pc:sldChg>
      <pc:sldChg chg="modSp">
        <pc:chgData name="Carrington, Ben" userId="S::ben.a.carrington@capgemini.com::1130aac0-c87a-4916-9ba1-bee1bba910c3" providerId="AD" clId="Web-{B1D008AF-0C93-B270-AC46-9819A8E5AE60}" dt="2024-04-29T15:57:21.255" v="10" actId="20577"/>
        <pc:sldMkLst>
          <pc:docMk/>
          <pc:sldMk cId="0" sldId="275"/>
        </pc:sldMkLst>
        <pc:spChg chg="mod">
          <ac:chgData name="Carrington, Ben" userId="S::ben.a.carrington@capgemini.com::1130aac0-c87a-4916-9ba1-bee1bba910c3" providerId="AD" clId="Web-{B1D008AF-0C93-B270-AC46-9819A8E5AE60}" dt="2024-04-29T15:57:21.255" v="10" actId="20577"/>
          <ac:spMkLst>
            <pc:docMk/>
            <pc:sldMk cId="0" sldId="275"/>
            <ac:spMk id="17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8558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7438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Generally, go through the pyramid with a couple of examples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5631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5555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3078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8683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Talk about the test context pointer being for reporting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6852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6044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0323175e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0323175e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There is a bit of a debate around their use, package size and “purity” being the main reasons…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182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14101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141015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141015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rgbClr val="141015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141015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141015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141015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rgbClr val="141015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rgbClr val="141015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rgbClr val="14101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141015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2A133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50" name="Picture 2" descr="Capgemini Logo Logo and symbol, meaning, history, PNG">
            <a:extLst>
              <a:ext uri="{FF2B5EF4-FFF2-40B4-BE49-F238E27FC236}">
                <a16:creationId xmlns:a16="http://schemas.microsoft.com/office/drawing/2014/main" id="{9F9B465D-0BEB-7236-749C-1CBF6D472F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0" y="4711750"/>
            <a:ext cx="548700" cy="345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retchr/testify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71561F12-EC23-EA1F-40F3-4D199932EBEB}"/>
              </a:ext>
            </a:extLst>
          </p:cNvPr>
          <p:cNvSpPr/>
          <p:nvPr/>
        </p:nvSpPr>
        <p:spPr>
          <a:xfrm>
            <a:off x="-1" y="0"/>
            <a:ext cx="9144000" cy="5143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2756" y="21600"/>
                </a:lnTo>
                <a:lnTo>
                  <a:pt x="12726" y="21590"/>
                </a:lnTo>
                <a:lnTo>
                  <a:pt x="12695" y="21570"/>
                </a:lnTo>
                <a:lnTo>
                  <a:pt x="12671" y="21540"/>
                </a:lnTo>
                <a:lnTo>
                  <a:pt x="10800" y="19030"/>
                </a:lnTo>
                <a:lnTo>
                  <a:pt x="10634" y="18800"/>
                </a:lnTo>
                <a:lnTo>
                  <a:pt x="10475" y="18570"/>
                </a:lnTo>
                <a:lnTo>
                  <a:pt x="10591" y="18200"/>
                </a:lnTo>
                <a:lnTo>
                  <a:pt x="10708" y="17840"/>
                </a:lnTo>
                <a:lnTo>
                  <a:pt x="10800" y="17520"/>
                </a:lnTo>
                <a:lnTo>
                  <a:pt x="10892" y="17210"/>
                </a:lnTo>
                <a:lnTo>
                  <a:pt x="10972" y="16890"/>
                </a:lnTo>
                <a:lnTo>
                  <a:pt x="11039" y="16570"/>
                </a:lnTo>
                <a:lnTo>
                  <a:pt x="11107" y="16240"/>
                </a:lnTo>
                <a:lnTo>
                  <a:pt x="11156" y="15910"/>
                </a:lnTo>
                <a:lnTo>
                  <a:pt x="11199" y="15580"/>
                </a:lnTo>
                <a:lnTo>
                  <a:pt x="11235" y="15230"/>
                </a:lnTo>
                <a:lnTo>
                  <a:pt x="11248" y="15030"/>
                </a:lnTo>
                <a:lnTo>
                  <a:pt x="11254" y="14820"/>
                </a:lnTo>
                <a:lnTo>
                  <a:pt x="11254" y="14420"/>
                </a:lnTo>
                <a:lnTo>
                  <a:pt x="11242" y="14220"/>
                </a:lnTo>
                <a:lnTo>
                  <a:pt x="11229" y="14010"/>
                </a:lnTo>
                <a:lnTo>
                  <a:pt x="11211" y="13810"/>
                </a:lnTo>
                <a:lnTo>
                  <a:pt x="11186" y="13610"/>
                </a:lnTo>
                <a:lnTo>
                  <a:pt x="11137" y="13330"/>
                </a:lnTo>
                <a:lnTo>
                  <a:pt x="11076" y="13060"/>
                </a:lnTo>
                <a:lnTo>
                  <a:pt x="11009" y="12800"/>
                </a:lnTo>
                <a:lnTo>
                  <a:pt x="10929" y="12540"/>
                </a:lnTo>
                <a:lnTo>
                  <a:pt x="10843" y="12300"/>
                </a:lnTo>
                <a:lnTo>
                  <a:pt x="10745" y="12060"/>
                </a:lnTo>
                <a:lnTo>
                  <a:pt x="10641" y="11830"/>
                </a:lnTo>
                <a:lnTo>
                  <a:pt x="10530" y="11610"/>
                </a:lnTo>
                <a:lnTo>
                  <a:pt x="10389" y="11350"/>
                </a:lnTo>
                <a:lnTo>
                  <a:pt x="10236" y="11100"/>
                </a:lnTo>
                <a:lnTo>
                  <a:pt x="10082" y="10870"/>
                </a:lnTo>
                <a:lnTo>
                  <a:pt x="9923" y="10650"/>
                </a:lnTo>
                <a:lnTo>
                  <a:pt x="9757" y="10430"/>
                </a:lnTo>
                <a:lnTo>
                  <a:pt x="9414" y="10030"/>
                </a:lnTo>
                <a:lnTo>
                  <a:pt x="9236" y="9830"/>
                </a:lnTo>
                <a:lnTo>
                  <a:pt x="8991" y="9580"/>
                </a:lnTo>
                <a:lnTo>
                  <a:pt x="8739" y="9330"/>
                </a:lnTo>
                <a:lnTo>
                  <a:pt x="8482" y="9090"/>
                </a:lnTo>
                <a:lnTo>
                  <a:pt x="8224" y="8860"/>
                </a:lnTo>
                <a:lnTo>
                  <a:pt x="7967" y="8640"/>
                </a:lnTo>
                <a:lnTo>
                  <a:pt x="7175" y="8010"/>
                </a:lnTo>
                <a:lnTo>
                  <a:pt x="6740" y="7680"/>
                </a:lnTo>
                <a:lnTo>
                  <a:pt x="6305" y="7360"/>
                </a:lnTo>
                <a:lnTo>
                  <a:pt x="5434" y="6740"/>
                </a:lnTo>
                <a:lnTo>
                  <a:pt x="4557" y="6130"/>
                </a:lnTo>
                <a:lnTo>
                  <a:pt x="3680" y="5530"/>
                </a:lnTo>
                <a:lnTo>
                  <a:pt x="3177" y="5170"/>
                </a:lnTo>
                <a:lnTo>
                  <a:pt x="2925" y="4970"/>
                </a:lnTo>
                <a:lnTo>
                  <a:pt x="2686" y="4760"/>
                </a:lnTo>
                <a:lnTo>
                  <a:pt x="2447" y="4540"/>
                </a:lnTo>
                <a:lnTo>
                  <a:pt x="2208" y="4310"/>
                </a:lnTo>
                <a:lnTo>
                  <a:pt x="1981" y="4070"/>
                </a:lnTo>
                <a:lnTo>
                  <a:pt x="1754" y="3800"/>
                </a:lnTo>
                <a:lnTo>
                  <a:pt x="1558" y="3550"/>
                </a:lnTo>
                <a:lnTo>
                  <a:pt x="1374" y="3290"/>
                </a:lnTo>
                <a:lnTo>
                  <a:pt x="1190" y="3020"/>
                </a:lnTo>
                <a:lnTo>
                  <a:pt x="1018" y="2740"/>
                </a:lnTo>
                <a:lnTo>
                  <a:pt x="852" y="2440"/>
                </a:lnTo>
                <a:lnTo>
                  <a:pt x="699" y="2130"/>
                </a:lnTo>
                <a:lnTo>
                  <a:pt x="552" y="1800"/>
                </a:lnTo>
                <a:lnTo>
                  <a:pt x="417" y="1460"/>
                </a:lnTo>
                <a:lnTo>
                  <a:pt x="288" y="1110"/>
                </a:lnTo>
                <a:lnTo>
                  <a:pt x="178" y="750"/>
                </a:lnTo>
                <a:lnTo>
                  <a:pt x="129" y="570"/>
                </a:lnTo>
                <a:lnTo>
                  <a:pt x="0" y="0"/>
                </a:lnTo>
                <a:close/>
              </a:path>
            </a:pathLst>
          </a:custGeom>
          <a:solidFill>
            <a:srgbClr val="2A133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1891DABC-68AD-3F46-E293-6F9D9D52B069}"/>
              </a:ext>
            </a:extLst>
          </p:cNvPr>
          <p:cNvSpPr/>
          <p:nvPr/>
        </p:nvSpPr>
        <p:spPr>
          <a:xfrm>
            <a:off x="1" y="0"/>
            <a:ext cx="9144000" cy="5143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2756" y="21600"/>
                </a:lnTo>
                <a:lnTo>
                  <a:pt x="12726" y="21590"/>
                </a:lnTo>
                <a:lnTo>
                  <a:pt x="12695" y="21570"/>
                </a:lnTo>
                <a:lnTo>
                  <a:pt x="12671" y="21540"/>
                </a:lnTo>
                <a:lnTo>
                  <a:pt x="10800" y="19030"/>
                </a:lnTo>
                <a:lnTo>
                  <a:pt x="10634" y="18800"/>
                </a:lnTo>
                <a:lnTo>
                  <a:pt x="10475" y="18570"/>
                </a:lnTo>
                <a:lnTo>
                  <a:pt x="10591" y="18200"/>
                </a:lnTo>
                <a:lnTo>
                  <a:pt x="10708" y="17840"/>
                </a:lnTo>
                <a:lnTo>
                  <a:pt x="10800" y="17520"/>
                </a:lnTo>
                <a:lnTo>
                  <a:pt x="10892" y="17210"/>
                </a:lnTo>
                <a:lnTo>
                  <a:pt x="10972" y="16890"/>
                </a:lnTo>
                <a:lnTo>
                  <a:pt x="11039" y="16570"/>
                </a:lnTo>
                <a:lnTo>
                  <a:pt x="11107" y="16240"/>
                </a:lnTo>
                <a:lnTo>
                  <a:pt x="11156" y="15910"/>
                </a:lnTo>
                <a:lnTo>
                  <a:pt x="11199" y="15580"/>
                </a:lnTo>
                <a:lnTo>
                  <a:pt x="11235" y="15230"/>
                </a:lnTo>
                <a:lnTo>
                  <a:pt x="11248" y="15030"/>
                </a:lnTo>
                <a:lnTo>
                  <a:pt x="11254" y="14820"/>
                </a:lnTo>
                <a:lnTo>
                  <a:pt x="11254" y="14420"/>
                </a:lnTo>
                <a:lnTo>
                  <a:pt x="11242" y="14220"/>
                </a:lnTo>
                <a:lnTo>
                  <a:pt x="11229" y="14010"/>
                </a:lnTo>
                <a:lnTo>
                  <a:pt x="11211" y="13810"/>
                </a:lnTo>
                <a:lnTo>
                  <a:pt x="11186" y="13610"/>
                </a:lnTo>
                <a:lnTo>
                  <a:pt x="11137" y="13330"/>
                </a:lnTo>
                <a:lnTo>
                  <a:pt x="11076" y="13060"/>
                </a:lnTo>
                <a:lnTo>
                  <a:pt x="11009" y="12800"/>
                </a:lnTo>
                <a:lnTo>
                  <a:pt x="10929" y="12540"/>
                </a:lnTo>
                <a:lnTo>
                  <a:pt x="10843" y="12300"/>
                </a:lnTo>
                <a:lnTo>
                  <a:pt x="10745" y="12060"/>
                </a:lnTo>
                <a:lnTo>
                  <a:pt x="10641" y="11830"/>
                </a:lnTo>
                <a:lnTo>
                  <a:pt x="10530" y="11610"/>
                </a:lnTo>
                <a:lnTo>
                  <a:pt x="10389" y="11350"/>
                </a:lnTo>
                <a:lnTo>
                  <a:pt x="10236" y="11100"/>
                </a:lnTo>
                <a:lnTo>
                  <a:pt x="10082" y="10870"/>
                </a:lnTo>
                <a:lnTo>
                  <a:pt x="9923" y="10650"/>
                </a:lnTo>
                <a:lnTo>
                  <a:pt x="9757" y="10430"/>
                </a:lnTo>
                <a:lnTo>
                  <a:pt x="9414" y="10030"/>
                </a:lnTo>
                <a:lnTo>
                  <a:pt x="9236" y="9830"/>
                </a:lnTo>
                <a:lnTo>
                  <a:pt x="8991" y="9580"/>
                </a:lnTo>
                <a:lnTo>
                  <a:pt x="8739" y="9330"/>
                </a:lnTo>
                <a:lnTo>
                  <a:pt x="8482" y="9090"/>
                </a:lnTo>
                <a:lnTo>
                  <a:pt x="8224" y="8860"/>
                </a:lnTo>
                <a:lnTo>
                  <a:pt x="7967" y="8640"/>
                </a:lnTo>
                <a:lnTo>
                  <a:pt x="7175" y="8010"/>
                </a:lnTo>
                <a:lnTo>
                  <a:pt x="6740" y="7680"/>
                </a:lnTo>
                <a:lnTo>
                  <a:pt x="6305" y="7360"/>
                </a:lnTo>
                <a:lnTo>
                  <a:pt x="5434" y="6740"/>
                </a:lnTo>
                <a:lnTo>
                  <a:pt x="4557" y="6130"/>
                </a:lnTo>
                <a:lnTo>
                  <a:pt x="3680" y="5530"/>
                </a:lnTo>
                <a:lnTo>
                  <a:pt x="3177" y="5170"/>
                </a:lnTo>
                <a:lnTo>
                  <a:pt x="2925" y="4970"/>
                </a:lnTo>
                <a:lnTo>
                  <a:pt x="2686" y="4760"/>
                </a:lnTo>
                <a:lnTo>
                  <a:pt x="2447" y="4540"/>
                </a:lnTo>
                <a:lnTo>
                  <a:pt x="2208" y="4310"/>
                </a:lnTo>
                <a:lnTo>
                  <a:pt x="1981" y="4070"/>
                </a:lnTo>
                <a:lnTo>
                  <a:pt x="1754" y="3800"/>
                </a:lnTo>
                <a:lnTo>
                  <a:pt x="1558" y="3550"/>
                </a:lnTo>
                <a:lnTo>
                  <a:pt x="1374" y="3290"/>
                </a:lnTo>
                <a:lnTo>
                  <a:pt x="1190" y="3020"/>
                </a:lnTo>
                <a:lnTo>
                  <a:pt x="1018" y="2740"/>
                </a:lnTo>
                <a:lnTo>
                  <a:pt x="852" y="2440"/>
                </a:lnTo>
                <a:lnTo>
                  <a:pt x="699" y="2130"/>
                </a:lnTo>
                <a:lnTo>
                  <a:pt x="552" y="1800"/>
                </a:lnTo>
                <a:lnTo>
                  <a:pt x="417" y="1460"/>
                </a:lnTo>
                <a:lnTo>
                  <a:pt x="288" y="1110"/>
                </a:lnTo>
                <a:lnTo>
                  <a:pt x="178" y="750"/>
                </a:lnTo>
                <a:lnTo>
                  <a:pt x="129" y="570"/>
                </a:lnTo>
                <a:lnTo>
                  <a:pt x="0" y="0"/>
                </a:lnTo>
                <a:close/>
              </a:path>
            </a:pathLst>
          </a:custGeom>
          <a:solidFill>
            <a:srgbClr val="702FA0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0EEA392-9CDB-FD28-FEB1-86DD0F5CD0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Tests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Golang Academy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42131FF-A57E-C155-E4D0-77264AA1B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00" y="3815708"/>
            <a:ext cx="4572002" cy="106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0555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do I know my code works?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630675"/>
            <a:ext cx="8520600" cy="29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Well, for smaller projects, you can </a:t>
            </a:r>
            <a:r>
              <a:rPr lang="en-GB" dirty="0">
                <a:solidFill>
                  <a:srgbClr val="ADEABC"/>
                </a:solidFill>
              </a:rPr>
              <a:t>just run the thing </a:t>
            </a:r>
            <a:r>
              <a:rPr lang="en-GB" dirty="0"/>
              <a:t>and see if it </a:t>
            </a:r>
            <a:r>
              <a:rPr lang="en-GB" dirty="0">
                <a:solidFill>
                  <a:srgbClr val="ADEABC"/>
                </a:solidFill>
              </a:rPr>
              <a:t>does what you want it to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But you’ll find this </a:t>
            </a:r>
            <a:r>
              <a:rPr lang="en-GB" dirty="0">
                <a:solidFill>
                  <a:srgbClr val="DF8E90"/>
                </a:solidFill>
              </a:rPr>
              <a:t>highly inefficient </a:t>
            </a:r>
            <a:r>
              <a:rPr lang="en-GB" dirty="0"/>
              <a:t>when the project is </a:t>
            </a:r>
            <a:r>
              <a:rPr lang="en-GB" dirty="0">
                <a:solidFill>
                  <a:srgbClr val="DF8E90"/>
                </a:solidFill>
              </a:rPr>
              <a:t>sufficiently large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Ideally, we should write us some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unit tests</a:t>
            </a:r>
          </a:p>
        </p:txBody>
      </p:sp>
    </p:spTree>
    <p:extLst>
      <p:ext uri="{BB962C8B-B14F-4D97-AF65-F5344CB8AC3E}">
        <p14:creationId xmlns:p14="http://schemas.microsoft.com/office/powerpoint/2010/main" val="2769908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do I know my code works?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549825" y="1478274"/>
            <a:ext cx="4326975" cy="3150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At the moment, we’re only concerned with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unit</a:t>
            </a:r>
            <a:r>
              <a:rPr lang="en-GB" dirty="0"/>
              <a:t> testing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This will test the smallest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units</a:t>
            </a:r>
            <a:r>
              <a:rPr lang="en-GB" dirty="0"/>
              <a:t> of code we have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Could be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 function</a:t>
            </a:r>
            <a:r>
              <a:rPr lang="en-GB" dirty="0"/>
              <a:t>, or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</a:t>
            </a:r>
            <a:r>
              <a:rPr lang="en-GB" dirty="0"/>
              <a:t>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single path </a:t>
            </a:r>
            <a:r>
              <a:rPr lang="en-GB" dirty="0"/>
              <a:t>through a function, or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 module</a:t>
            </a:r>
          </a:p>
        </p:txBody>
      </p:sp>
      <p:pic>
        <p:nvPicPr>
          <p:cNvPr id="1026" name="Picture 2" descr="What is Testing Pyramid?">
            <a:extLst>
              <a:ext uri="{FF2B5EF4-FFF2-40B4-BE49-F238E27FC236}">
                <a16:creationId xmlns:a16="http://schemas.microsoft.com/office/drawing/2014/main" id="{21AFA78C-43BC-41FE-118C-58A37312F0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10" t="4752" r="11638" b="5465"/>
          <a:stretch/>
        </p:blipFill>
        <p:spPr bwMode="auto">
          <a:xfrm>
            <a:off x="5257660" y="1630674"/>
            <a:ext cx="3743465" cy="2459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18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35756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Is that the only pyramid of </a:t>
            </a:r>
            <a:br>
              <a:rPr lang="en" dirty="0"/>
            </a:br>
            <a:r>
              <a:rPr lang="en" dirty="0"/>
              <a:t>testing?</a:t>
            </a:r>
            <a:endParaRPr dirty="0"/>
          </a:p>
        </p:txBody>
      </p:sp>
      <p:pic>
        <p:nvPicPr>
          <p:cNvPr id="2050" name="Picture 2" descr="Your QA tester's hierarchy of needs: what is the agile testing pyramid?">
            <a:extLst>
              <a:ext uri="{FF2B5EF4-FFF2-40B4-BE49-F238E27FC236}">
                <a16:creationId xmlns:a16="http://schemas.microsoft.com/office/drawing/2014/main" id="{C809D8AE-72D3-E5C6-A9D0-82EE2658D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585139"/>
            <a:ext cx="5116792" cy="3558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Testing Pyramid. Any new change to the software we build… | by Hibri  Marzook | Contino Engineering | Medium">
            <a:extLst>
              <a:ext uri="{FF2B5EF4-FFF2-40B4-BE49-F238E27FC236}">
                <a16:creationId xmlns:a16="http://schemas.microsoft.com/office/drawing/2014/main" id="{BDAB5F99-7FDD-489D-731E-D7443C736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101" y="0"/>
            <a:ext cx="4025900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n Expert's Guide To Understanding The Testing Pyramid - The QA Lead">
            <a:extLst>
              <a:ext uri="{FF2B5EF4-FFF2-40B4-BE49-F238E27FC236}">
                <a16:creationId xmlns:a16="http://schemas.microsoft.com/office/drawing/2014/main" id="{E7F25C03-646B-023A-F892-969513FA5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6792" y="3019425"/>
            <a:ext cx="4027208" cy="2124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3476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Every language has a slightly </a:t>
            </a:r>
            <a:br>
              <a:rPr lang="en-GB" dirty="0"/>
            </a:br>
            <a:r>
              <a:rPr lang="en-GB" dirty="0"/>
              <a:t>different way of doing testing</a:t>
            </a:r>
            <a:br>
              <a:rPr lang="en-GB" dirty="0"/>
            </a:br>
            <a:endParaRPr dirty="0"/>
          </a:p>
        </p:txBody>
      </p:sp>
      <p:sp>
        <p:nvSpPr>
          <p:cNvPr id="3" name="Google Shape;61;p14">
            <a:extLst>
              <a:ext uri="{FF2B5EF4-FFF2-40B4-BE49-F238E27FC236}">
                <a16:creationId xmlns:a16="http://schemas.microsoft.com/office/drawing/2014/main" id="{1A70F32C-D30B-CC4D-E6C7-5BB0A594F0A7}"/>
              </a:ext>
            </a:extLst>
          </p:cNvPr>
          <p:cNvSpPr txBox="1">
            <a:spLocks/>
          </p:cNvSpPr>
          <p:nvPr/>
        </p:nvSpPr>
        <p:spPr>
          <a:xfrm>
            <a:off x="470924" y="316851"/>
            <a:ext cx="3748651" cy="2730117"/>
          </a:xfrm>
          <a:prstGeom prst="rect">
            <a:avLst/>
          </a:prstGeom>
          <a:solidFill>
            <a:srgbClr val="371754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GB" sz="2100" dirty="0">
                <a:solidFill>
                  <a:srgbClr val="ADADAD"/>
                </a:solidFill>
              </a:rPr>
              <a:t>Rust puts unit tests alongside the code</a:t>
            </a:r>
          </a:p>
          <a:p>
            <a:pPr marL="0" indent="0" algn="ctr">
              <a:buFont typeface="Arial"/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my-source-</a:t>
            </a:r>
            <a:r>
              <a:rPr lang="en-GB" dirty="0" err="1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file.rs</a:t>
            </a:r>
            <a:endParaRPr lang="en-GB" dirty="0">
              <a:solidFill>
                <a:schemeClr val="bg2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... regular code...</a:t>
            </a:r>
          </a:p>
          <a:p>
            <a:pPr marL="0" indent="0"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#[</a:t>
            </a:r>
            <a:r>
              <a:rPr lang="en-GB" dirty="0" err="1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cfg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)]</a:t>
            </a:r>
          </a:p>
          <a:p>
            <a:pPr marL="0" indent="0"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tests {</a:t>
            </a:r>
          </a:p>
          <a:p>
            <a:pPr marL="0" indent="0"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super::*;</a:t>
            </a:r>
          </a:p>
          <a:p>
            <a:pPr marL="0" indent="0"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... test code...</a:t>
            </a:r>
          </a:p>
          <a:p>
            <a:pPr marL="0" indent="0">
              <a:buNone/>
            </a:pPr>
            <a:r>
              <a:rPr lang="en-GB" dirty="0">
                <a:solidFill>
                  <a:srgbClr val="B9B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Google Shape;61;p14">
            <a:extLst>
              <a:ext uri="{FF2B5EF4-FFF2-40B4-BE49-F238E27FC236}">
                <a16:creationId xmlns:a16="http://schemas.microsoft.com/office/drawing/2014/main" id="{69B26A5C-C790-4892-ACDE-5C57DF597C62}"/>
              </a:ext>
            </a:extLst>
          </p:cNvPr>
          <p:cNvSpPr txBox="1">
            <a:spLocks/>
          </p:cNvSpPr>
          <p:nvPr/>
        </p:nvSpPr>
        <p:spPr>
          <a:xfrm>
            <a:off x="895350" y="3297762"/>
            <a:ext cx="7353300" cy="1528887"/>
          </a:xfrm>
          <a:prstGeom prst="rect">
            <a:avLst/>
          </a:prstGeom>
          <a:solidFill>
            <a:srgbClr val="371754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GB" dirty="0">
                <a:solidFill>
                  <a:srgbClr val="ADADAD"/>
                </a:solidFill>
              </a:rPr>
              <a:t>Java duplicates the file tree under 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</a:p>
          <a:p>
            <a:pPr marL="0" indent="0" algn="ctr">
              <a:buFont typeface="Arial"/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dirty="0" err="1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/java/com/</a:t>
            </a:r>
            <a:r>
              <a:rPr lang="en-GB" dirty="0" err="1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capgemini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/service/</a:t>
            </a:r>
            <a:r>
              <a:rPr lang="en-GB" dirty="0" err="1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Code.java</a:t>
            </a:r>
            <a:endParaRPr lang="en-GB" dirty="0">
              <a:solidFill>
                <a:srgbClr val="A59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dirty="0" err="1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/java/com/</a:t>
            </a:r>
            <a:r>
              <a:rPr lang="en-GB" dirty="0" err="1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capgemini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/service/</a:t>
            </a:r>
            <a:r>
              <a:rPr lang="en-GB" dirty="0" err="1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lang="en-GB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GB" dirty="0" err="1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.java</a:t>
            </a:r>
            <a:endParaRPr lang="en-GB" dirty="0">
              <a:solidFill>
                <a:srgbClr val="A59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Google Shape;61;p14">
            <a:extLst>
              <a:ext uri="{FF2B5EF4-FFF2-40B4-BE49-F238E27FC236}">
                <a16:creationId xmlns:a16="http://schemas.microsoft.com/office/drawing/2014/main" id="{CBABD8BB-3609-EC9A-0F65-397647DCCB38}"/>
              </a:ext>
            </a:extLst>
          </p:cNvPr>
          <p:cNvSpPr txBox="1">
            <a:spLocks/>
          </p:cNvSpPr>
          <p:nvPr/>
        </p:nvSpPr>
        <p:spPr>
          <a:xfrm>
            <a:off x="4572000" y="1681909"/>
            <a:ext cx="4208661" cy="1177873"/>
          </a:xfrm>
          <a:prstGeom prst="rect">
            <a:avLst/>
          </a:prstGeom>
          <a:solidFill>
            <a:srgbClr val="371754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GB" dirty="0">
                <a:solidFill>
                  <a:srgbClr val="ADADAD"/>
                </a:solidFill>
              </a:rPr>
              <a:t>Lua and C </a:t>
            </a:r>
            <a:r>
              <a:rPr lang="en-GB" dirty="0">
                <a:solidFill>
                  <a:srgbClr val="DF8E90"/>
                </a:solidFill>
              </a:rPr>
              <a:t>don’t really have one</a:t>
            </a:r>
            <a:r>
              <a:rPr lang="en-GB" dirty="0">
                <a:solidFill>
                  <a:srgbClr val="ADADAD"/>
                </a:solidFill>
              </a:rPr>
              <a:t>… so you tend to </a:t>
            </a:r>
            <a:r>
              <a:rPr lang="en-GB" dirty="0">
                <a:solidFill>
                  <a:srgbClr val="DF8E90"/>
                </a:solidFill>
              </a:rPr>
              <a:t>roll your own</a:t>
            </a:r>
            <a:r>
              <a:rPr lang="en-GB" dirty="0">
                <a:solidFill>
                  <a:srgbClr val="ADADAD"/>
                </a:solidFill>
              </a:rPr>
              <a:t>… or </a:t>
            </a:r>
            <a:r>
              <a:rPr lang="en-GB" dirty="0">
                <a:solidFill>
                  <a:srgbClr val="DF8E90"/>
                </a:solidFill>
              </a:rPr>
              <a:t>pinch someone else’s</a:t>
            </a:r>
            <a:endParaRPr lang="en-GB" dirty="0">
              <a:solidFill>
                <a:srgbClr val="DF8E9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614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about Go?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549825" y="1478274"/>
            <a:ext cx="8022675" cy="3150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Go more follows Python or </a:t>
            </a:r>
            <a:r>
              <a:rPr lang="en-GB" dirty="0" err="1"/>
              <a:t>Javascript’s</a:t>
            </a:r>
            <a:r>
              <a:rPr lang="en-GB" dirty="0"/>
              <a:t> approach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0" indent="0" algn="ctr">
              <a:buFont typeface="Arial"/>
              <a:buNone/>
            </a:pPr>
            <a:r>
              <a:rPr lang="en-GB" dirty="0">
                <a:solidFill>
                  <a:srgbClr val="ADADAD"/>
                </a:solidFill>
              </a:rPr>
              <a:t>Create a </a:t>
            </a:r>
            <a:r>
              <a:rPr lang="en-GB" dirty="0">
                <a:solidFill>
                  <a:srgbClr val="ADEABC"/>
                </a:solidFill>
              </a:rPr>
              <a:t>sibling file </a:t>
            </a:r>
            <a:r>
              <a:rPr lang="en-GB" dirty="0">
                <a:solidFill>
                  <a:srgbClr val="ADADAD"/>
                </a:solidFill>
              </a:rPr>
              <a:t>with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_test </a:t>
            </a:r>
            <a:r>
              <a:rPr lang="en-GB" i="1" dirty="0">
                <a:solidFill>
                  <a:srgbClr val="ADADAD"/>
                </a:solidFill>
              </a:rPr>
              <a:t>at the end </a:t>
            </a:r>
            <a:r>
              <a:rPr lang="en-GB" dirty="0">
                <a:solidFill>
                  <a:srgbClr val="ADADAD"/>
                </a:solidFill>
              </a:rPr>
              <a:t>of the </a:t>
            </a:r>
            <a:r>
              <a:rPr lang="en-GB" dirty="0" err="1">
                <a:solidFill>
                  <a:srgbClr val="ADADAD"/>
                </a:solidFill>
              </a:rPr>
              <a:t>basename</a:t>
            </a:r>
            <a:endParaRPr lang="en-GB" dirty="0">
              <a:solidFill>
                <a:srgbClr val="A59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Font typeface="Arial"/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1828800" lvl="4" indent="0">
              <a:buNone/>
            </a:pPr>
            <a:r>
              <a:rPr lang="en-GB" sz="2000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2000" dirty="0" err="1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pkg</a:t>
            </a:r>
            <a:r>
              <a:rPr lang="en-GB" sz="2000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/module/</a:t>
            </a:r>
            <a:r>
              <a:rPr lang="en-GB" sz="2000" dirty="0" err="1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file.go</a:t>
            </a:r>
            <a:endParaRPr lang="en-GB" sz="2000" dirty="0">
              <a:solidFill>
                <a:srgbClr val="A59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828800" lvl="4" indent="0">
              <a:buNone/>
            </a:pPr>
            <a:r>
              <a:rPr lang="en-GB" sz="2000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2000" dirty="0" err="1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pkg</a:t>
            </a:r>
            <a:r>
              <a:rPr lang="en-GB" sz="2000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/module/</a:t>
            </a:r>
            <a:r>
              <a:rPr lang="en-GB" sz="2000" dirty="0" err="1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GB" sz="2000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_test</a:t>
            </a:r>
            <a:r>
              <a:rPr lang="en-GB" sz="2000" dirty="0" err="1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.go</a:t>
            </a:r>
            <a:endParaRPr lang="en-GB" sz="2000" dirty="0">
              <a:solidFill>
                <a:srgbClr val="A59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>
              <a:solidFill>
                <a:srgbClr val="A59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GB" dirty="0">
                <a:solidFill>
                  <a:srgbClr val="ADADAD"/>
                </a:solidFill>
              </a:rPr>
              <a:t>And your tests for </a:t>
            </a:r>
            <a:r>
              <a:rPr lang="en-GB" dirty="0" err="1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file.go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ADADAD"/>
                </a:solidFill>
              </a:rPr>
              <a:t>will be in </a:t>
            </a:r>
            <a:r>
              <a:rPr lang="en-GB" dirty="0" err="1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file_test.go</a:t>
            </a:r>
            <a:endParaRPr lang="en-GB" dirty="0">
              <a:solidFill>
                <a:srgbClr val="A59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>
              <a:solidFill>
                <a:srgbClr val="A59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490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 inside the file?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549825" y="1172775"/>
            <a:ext cx="8022675" cy="3780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"testing"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59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TestAdd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 </a:t>
            </a:r>
            <a:r>
              <a:rPr lang="en-GB" dirty="0">
                <a:solidFill>
                  <a:srgbClr val="DFAE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GB" dirty="0" err="1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testing.T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exp </a:t>
            </a:r>
            <a:r>
              <a:rPr lang="en-GB" dirty="0">
                <a:solidFill>
                  <a:srgbClr val="DFAE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:=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act </a:t>
            </a:r>
            <a:r>
              <a:rPr lang="en-GB" dirty="0">
                <a:solidFill>
                  <a:srgbClr val="DFAE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:=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Add(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exp </a:t>
            </a:r>
            <a:r>
              <a:rPr lang="en-GB" dirty="0">
                <a:solidFill>
                  <a:srgbClr val="DFAE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act {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t.Errorf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"Addition not working, expected 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%d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got </a:t>
            </a:r>
            <a:r>
              <a:rPr lang="en-GB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%d</a:t>
            </a:r>
            <a:r>
              <a:rPr lang="en-GB" dirty="0">
                <a:solidFill>
                  <a:srgbClr val="ADEAB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exp, act,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)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59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Google Shape;61;p14">
            <a:extLst>
              <a:ext uri="{FF2B5EF4-FFF2-40B4-BE49-F238E27FC236}">
                <a16:creationId xmlns:a16="http://schemas.microsoft.com/office/drawing/2014/main" id="{F813E7D0-DBD6-FEA6-AF37-5DFC108E0AF1}"/>
              </a:ext>
            </a:extLst>
          </p:cNvPr>
          <p:cNvSpPr txBox="1">
            <a:spLocks/>
          </p:cNvSpPr>
          <p:nvPr/>
        </p:nvSpPr>
        <p:spPr>
          <a:xfrm>
            <a:off x="5162550" y="600075"/>
            <a:ext cx="3781425" cy="242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GB" dirty="0">
                <a:solidFill>
                  <a:srgbClr val="ADADAD"/>
                </a:solidFill>
              </a:rPr>
              <a:t>A lot of languages and frameworks provide </a:t>
            </a:r>
            <a:r>
              <a:rPr lang="en-GB" dirty="0">
                <a:solidFill>
                  <a:srgbClr val="ADEABC"/>
                </a:solidFill>
              </a:rPr>
              <a:t>convenience functions </a:t>
            </a:r>
            <a:r>
              <a:rPr lang="en-GB" dirty="0">
                <a:solidFill>
                  <a:srgbClr val="ADADAD"/>
                </a:solidFill>
              </a:rPr>
              <a:t>for comparisons</a:t>
            </a:r>
          </a:p>
          <a:p>
            <a:pPr marL="0" indent="0" algn="ctr">
              <a:buFont typeface="Arial"/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indent="0" algn="ctr">
              <a:buFont typeface="Arial"/>
              <a:buNone/>
            </a:pPr>
            <a:r>
              <a:rPr lang="en-GB" dirty="0">
                <a:solidFill>
                  <a:srgbClr val="ADADAD"/>
                </a:solidFill>
              </a:rPr>
              <a:t>But Go </a:t>
            </a:r>
            <a:r>
              <a:rPr lang="en-GB" dirty="0" err="1">
                <a:solidFill>
                  <a:srgbClr val="ADADAD"/>
                </a:solidFill>
              </a:rPr>
              <a:t>kinda</a:t>
            </a:r>
            <a:r>
              <a:rPr lang="en-GB" dirty="0">
                <a:solidFill>
                  <a:srgbClr val="ADADAD"/>
                </a:solidFill>
              </a:rPr>
              <a:t> just </a:t>
            </a:r>
            <a:r>
              <a:rPr lang="en-GB" dirty="0">
                <a:solidFill>
                  <a:srgbClr val="DF8E90"/>
                </a:solidFill>
              </a:rPr>
              <a:t>leaves it up to you </a:t>
            </a:r>
            <a:r>
              <a:rPr lang="en-GB" dirty="0">
                <a:solidFill>
                  <a:srgbClr val="ADADAD"/>
                </a:solidFill>
              </a:rPr>
              <a:t>to implement</a:t>
            </a:r>
          </a:p>
        </p:txBody>
      </p:sp>
    </p:spTree>
    <p:extLst>
      <p:ext uri="{BB962C8B-B14F-4D97-AF65-F5344CB8AC3E}">
        <p14:creationId xmlns:p14="http://schemas.microsoft.com/office/powerpoint/2010/main" val="4104934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1657350"/>
            <a:ext cx="8520600" cy="23812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chemeClr val="tx1"/>
                </a:solidFill>
              </a:rPr>
              <a:t>Demo</a:t>
            </a:r>
            <a:br>
              <a:rPr lang="en" dirty="0">
                <a:solidFill>
                  <a:schemeClr val="tx1"/>
                </a:solidFill>
              </a:rPr>
            </a:br>
            <a:br>
              <a:rPr lang="en" dirty="0">
                <a:solidFill>
                  <a:schemeClr val="tx1"/>
                </a:solidFill>
              </a:rPr>
            </a:br>
            <a:r>
              <a:rPr lang="en" sz="2400" dirty="0">
                <a:solidFill>
                  <a:schemeClr val="tx1"/>
                </a:solidFill>
              </a:rPr>
              <a:t>Running a simple test</a:t>
            </a:r>
            <a:br>
              <a:rPr lang="en" sz="2400" dirty="0">
                <a:solidFill>
                  <a:schemeClr val="tx1"/>
                </a:solidFill>
              </a:rPr>
            </a:br>
            <a:br>
              <a:rPr lang="en" sz="2400" dirty="0">
                <a:solidFill>
                  <a:schemeClr val="tx1"/>
                </a:solidFill>
              </a:rPr>
            </a:br>
            <a:r>
              <a:rPr lang="en" sz="2400" dirty="0">
                <a:solidFill>
                  <a:srgbClr val="A592E7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 test</a:t>
            </a:r>
            <a:endParaRPr dirty="0">
              <a:solidFill>
                <a:srgbClr val="A592E7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985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Where’s the convenience?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549825" y="1478274"/>
            <a:ext cx="8022675" cy="3150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As mentioned, most testing frameworks provide </a:t>
            </a:r>
            <a:r>
              <a:rPr lang="en-GB" dirty="0">
                <a:solidFill>
                  <a:srgbClr val="ADEABC"/>
                </a:solidFill>
              </a:rPr>
              <a:t>assertions and convenience functions </a:t>
            </a:r>
            <a:r>
              <a:rPr lang="en-GB" dirty="0"/>
              <a:t>for many common testing operations</a:t>
            </a:r>
            <a:endParaRPr lang="en-GB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Go’s standard library testing functionality </a:t>
            </a:r>
            <a:r>
              <a:rPr lang="en-GB" dirty="0">
                <a:solidFill>
                  <a:srgbClr val="DF8E90"/>
                </a:solidFill>
              </a:rPr>
              <a:t>does not</a:t>
            </a:r>
            <a:r>
              <a:rPr lang="en-GB" dirty="0">
                <a:solidFill>
                  <a:srgbClr val="ADADAD"/>
                </a:solidFill>
              </a:rPr>
              <a:t>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</a:rPr>
              <a:t>But there are some </a:t>
            </a:r>
            <a:r>
              <a:rPr lang="en-GB" dirty="0">
                <a:solidFill>
                  <a:srgbClr val="ADEABC"/>
                </a:solidFill>
              </a:rPr>
              <a:t>frameworks out there that provide this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solidFill>
                <a:srgbClr val="ADADA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ADADAD"/>
                </a:solidFill>
                <a:hlinkClick r:id="rId3"/>
              </a:rPr>
              <a:t>Testify</a:t>
            </a:r>
            <a:r>
              <a:rPr lang="en-GB" dirty="0">
                <a:solidFill>
                  <a:srgbClr val="ADADAD"/>
                </a:solidFill>
              </a:rPr>
              <a:t> being a common one</a:t>
            </a:r>
          </a:p>
        </p:txBody>
      </p:sp>
    </p:spTree>
    <p:extLst>
      <p:ext uri="{BB962C8B-B14F-4D97-AF65-F5344CB8AC3E}">
        <p14:creationId xmlns:p14="http://schemas.microsoft.com/office/powerpoint/2010/main" val="194825201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D121E76F5CE646A9C07870EBB94916" ma:contentTypeVersion="17" ma:contentTypeDescription="Create a new document." ma:contentTypeScope="" ma:versionID="e3b6a8ecde2ea9be8e4caddae6578eef">
  <xsd:schema xmlns:xsd="http://www.w3.org/2001/XMLSchema" xmlns:xs="http://www.w3.org/2001/XMLSchema" xmlns:p="http://schemas.microsoft.com/office/2006/metadata/properties" xmlns:ns2="2188b33a-ea31-47d6-863c-676f867f4f7c" xmlns:ns3="92de9fe7-1fd6-4961-9268-6c7d765b3eb0" targetNamespace="http://schemas.microsoft.com/office/2006/metadata/properties" ma:root="true" ma:fieldsID="27a74fa29da2619acee843a7e8eb736c" ns2:_="" ns3:_="">
    <xsd:import namespace="2188b33a-ea31-47d6-863c-676f867f4f7c"/>
    <xsd:import namespace="92de9fe7-1fd6-4961-9268-6c7d765b3e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88b33a-ea31-47d6-863c-676f867f4f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de9fe7-1fd6-4961-9268-6c7d765b3eb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06ce121-5c6e-41cc-9241-cd5e84b5f9a6}" ma:internalName="TaxCatchAll" ma:showField="CatchAllData" ma:web="92de9fe7-1fd6-4961-9268-6c7d765b3e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6A67A7-5BD1-4C80-AEC7-410D927B43A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5D6FC0-9001-4E47-A913-8B2AC1EB5DA8}">
  <ds:schemaRefs>
    <ds:schemaRef ds:uri="2188b33a-ea31-47d6-863c-676f867f4f7c"/>
    <ds:schemaRef ds:uri="92de9fe7-1fd6-4961-9268-6c7d765b3eb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455</Words>
  <Application>Microsoft Macintosh PowerPoint</Application>
  <PresentationFormat>On-screen Show (16:9)</PresentationFormat>
  <Paragraphs>67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Simple Dark</vt:lpstr>
      <vt:lpstr>Tests</vt:lpstr>
      <vt:lpstr>How do I know my code works?</vt:lpstr>
      <vt:lpstr>How do I know my code works?</vt:lpstr>
      <vt:lpstr>Is that the only pyramid of  testing?</vt:lpstr>
      <vt:lpstr>Every language has a slightly  different way of doing testing </vt:lpstr>
      <vt:lpstr>What about Go?</vt:lpstr>
      <vt:lpstr>And inside the file?</vt:lpstr>
      <vt:lpstr>Demo  Running a simple test  go test</vt:lpstr>
      <vt:lpstr>Where’s the convenience?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Text Processing</dc:title>
  <cp:lastModifiedBy>Carrington, Ben</cp:lastModifiedBy>
  <cp:revision>13</cp:revision>
  <dcterms:modified xsi:type="dcterms:W3CDTF">2025-06-23T09:09:53Z</dcterms:modified>
</cp:coreProperties>
</file>