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4118" r:id="rId1"/>
  </p:sldMasterIdLst>
  <p:notesMasterIdLst>
    <p:notesMasterId r:id="rId26"/>
  </p:notesMasterIdLst>
  <p:handoutMasterIdLst>
    <p:handoutMasterId r:id="rId27"/>
  </p:handoutMasterIdLst>
  <p:sldIdLst>
    <p:sldId id="2147376605" r:id="rId2"/>
    <p:sldId id="2147376664" r:id="rId3"/>
    <p:sldId id="2147376665" r:id="rId4"/>
    <p:sldId id="2147376667" r:id="rId5"/>
    <p:sldId id="2147376662" r:id="rId6"/>
    <p:sldId id="2147376666" r:id="rId7"/>
    <p:sldId id="2147376670" r:id="rId8"/>
    <p:sldId id="2147376669" r:id="rId9"/>
    <p:sldId id="2147376672" r:id="rId10"/>
    <p:sldId id="2147376673" r:id="rId11"/>
    <p:sldId id="2147376674" r:id="rId12"/>
    <p:sldId id="2147376675" r:id="rId13"/>
    <p:sldId id="2147376676" r:id="rId14"/>
    <p:sldId id="2147376677" r:id="rId15"/>
    <p:sldId id="2147376678" r:id="rId16"/>
    <p:sldId id="2147376685" r:id="rId17"/>
    <p:sldId id="2147376680" r:id="rId18"/>
    <p:sldId id="2147376687" r:id="rId19"/>
    <p:sldId id="2147376688" r:id="rId20"/>
    <p:sldId id="2147376689" r:id="rId21"/>
    <p:sldId id="2147376690" r:id="rId22"/>
    <p:sldId id="2147376668" r:id="rId23"/>
    <p:sldId id="2147376671" r:id="rId24"/>
    <p:sldId id="2147376610" r:id="rId25"/>
  </p:sldIdLst>
  <p:sldSz cx="12192000" cy="6858000"/>
  <p:notesSz cx="6797675" cy="9926638"/>
  <p:embeddedFontLst>
    <p:embeddedFont>
      <p:font typeface="Ubuntu" panose="020B0504030602030204" pitchFamily="34" charset="0"/>
      <p:regular r:id="rId28"/>
      <p:bold r:id="rId29"/>
      <p:italic r:id="rId30"/>
      <p:boldItalic r:id="rId31"/>
    </p:embeddedFont>
    <p:embeddedFont>
      <p:font typeface="Ubuntu Light" panose="020B0304030602030204" pitchFamily="34" charset="0"/>
      <p:regular r:id="rId32"/>
      <p:italic r:id="rId33"/>
    </p:embeddedFont>
    <p:embeddedFont>
      <p:font typeface="Ubuntu Medium" panose="020B0504030602030204" pitchFamily="34" charset="0"/>
      <p:regular r:id="rId34"/>
      <p:italic r:id="rId35"/>
    </p:embeddedFont>
    <p:embeddedFont>
      <p:font typeface="Verdana" panose="020B0604030504040204" pitchFamily="34" charset="0"/>
      <p:regular r:id="rId36"/>
      <p:bold r:id="rId37"/>
      <p:italic r:id="rId38"/>
      <p:boldItalic r:id="rId39"/>
    </p:embeddedFont>
  </p:embeddedFontLst>
  <p:custDataLst>
    <p:tags r:id="rId40"/>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orient="horz" pos="2886" userDrawn="1">
          <p15:clr>
            <a:srgbClr val="A4A3A4"/>
          </p15:clr>
        </p15:guide>
        <p15:guide id="19" pos="5609" userDrawn="1">
          <p15:clr>
            <a:srgbClr val="A4A3A4"/>
          </p15:clr>
        </p15:guide>
        <p15:guide id="20" pos="2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A4C4E"/>
    <a:srgbClr val="69686B"/>
    <a:srgbClr val="515153"/>
    <a:srgbClr val="14596B"/>
    <a:srgbClr val="616585"/>
    <a:srgbClr val="F6F6F6"/>
    <a:srgbClr val="005482"/>
    <a:srgbClr val="272936"/>
    <a:srgbClr val="003857"/>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29" autoAdjust="0"/>
    <p:restoredTop sz="75374" autoAdjust="0"/>
  </p:normalViewPr>
  <p:slideViewPr>
    <p:cSldViewPr>
      <p:cViewPr varScale="1">
        <p:scale>
          <a:sx n="95" d="100"/>
          <a:sy n="95" d="100"/>
        </p:scale>
        <p:origin x="1640" y="176"/>
      </p:cViewPr>
      <p:guideLst>
        <p:guide orient="horz" pos="2886"/>
        <p:guide pos="5609"/>
        <p:guide pos="2071"/>
      </p:guideLst>
    </p:cSldViewPr>
  </p:slideViewPr>
  <p:outlineViewPr>
    <p:cViewPr>
      <p:scale>
        <a:sx n="33" d="100"/>
        <a:sy n="33" d="100"/>
      </p:scale>
      <p:origin x="0" y="-12868"/>
    </p:cViewPr>
  </p:outlineViewPr>
  <p:notesTextViewPr>
    <p:cViewPr>
      <p:scale>
        <a:sx n="3" d="2"/>
        <a:sy n="3" d="2"/>
      </p:scale>
      <p:origin x="0" y="0"/>
    </p:cViewPr>
  </p:notesTextViewPr>
  <p:sorterViewPr>
    <p:cViewPr varScale="1">
      <p:scale>
        <a:sx n="100" d="100"/>
        <a:sy n="100" d="100"/>
      </p:scale>
      <p:origin x="0" y="0"/>
    </p:cViewPr>
  </p:sorterViewPr>
  <p:notesViewPr>
    <p:cSldViewPr>
      <p:cViewPr varScale="1">
        <p:scale>
          <a:sx n="102" d="100"/>
          <a:sy n="102" d="100"/>
        </p:scale>
        <p:origin x="1920" y="8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1200"/>
            </a:lvl1pPr>
          </a:lstStyle>
          <a:p>
            <a:endParaRPr lang="pt-PT" sz="900" dirty="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50443" y="0"/>
            <a:ext cx="2945659" cy="498056"/>
          </a:xfrm>
          <a:prstGeom prst="rect">
            <a:avLst/>
          </a:prstGeom>
        </p:spPr>
        <p:txBody>
          <a:bodyPr vert="horz" lIns="91418" tIns="45708" rIns="91418" bIns="45708" rtlCol="0"/>
          <a:lstStyle>
            <a:lvl1pPr algn="r">
              <a:defRPr sz="1200"/>
            </a:lvl1pPr>
          </a:lstStyle>
          <a:p>
            <a:fld id="{86C988DC-9DE3-4390-97AB-D61B85DACE57}" type="datetimeFigureOut">
              <a:rPr lang="pt-PT" sz="900"/>
              <a:pPr/>
              <a:t>27/06/25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9428586"/>
            <a:ext cx="2945659" cy="498055"/>
          </a:xfrm>
          <a:prstGeom prst="rect">
            <a:avLst/>
          </a:prstGeom>
        </p:spPr>
        <p:txBody>
          <a:bodyPr vert="horz" lIns="91418" tIns="45708" rIns="91418" bIns="45708" rtlCol="0" anchor="b"/>
          <a:lstStyle>
            <a:lvl1pPr algn="l">
              <a:defRPr sz="1200"/>
            </a:lvl1pPr>
          </a:lstStyle>
          <a:p>
            <a:endParaRPr lang="pt-PT" sz="900" dirty="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50443" y="9428586"/>
            <a:ext cx="2945659" cy="498055"/>
          </a:xfrm>
          <a:prstGeom prst="rect">
            <a:avLst/>
          </a:prstGeom>
        </p:spPr>
        <p:txBody>
          <a:bodyPr vert="horz" lIns="91418" tIns="45708" rIns="91418" bIns="45708" rtlCol="0" anchor="b"/>
          <a:lstStyle>
            <a:lvl1pPr algn="r">
              <a:defRPr sz="1200"/>
            </a:lvl1pPr>
          </a:lstStyle>
          <a:p>
            <a:fld id="{2F190BF9-40D8-49B5-87EF-599BB2C7EE93}" type="slidenum">
              <a:rPr lang="pt-PT" sz="900"/>
              <a:pPr/>
              <a:t>‹#›</a:t>
            </a:fld>
            <a:endParaRPr lang="pt-PT" sz="900" dirty="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900"/>
            </a:lvl1pPr>
          </a:lstStyle>
          <a:p>
            <a:endParaRPr lang="pt-BR"/>
          </a:p>
        </p:txBody>
      </p:sp>
      <p:sp>
        <p:nvSpPr>
          <p:cNvPr id="3" name="Marcador de Posição da Data 2"/>
          <p:cNvSpPr>
            <a:spLocks noGrp="1"/>
          </p:cNvSpPr>
          <p:nvPr>
            <p:ph type="dt" idx="1"/>
          </p:nvPr>
        </p:nvSpPr>
        <p:spPr>
          <a:xfrm>
            <a:off x="3850443" y="0"/>
            <a:ext cx="2945659" cy="498056"/>
          </a:xfrm>
          <a:prstGeom prst="rect">
            <a:avLst/>
          </a:prstGeom>
        </p:spPr>
        <p:txBody>
          <a:bodyPr vert="horz" lIns="91418" tIns="45708" rIns="91418" bIns="45708" rtlCol="0"/>
          <a:lstStyle>
            <a:lvl1pPr algn="r">
              <a:defRPr sz="900"/>
            </a:lvl1pPr>
          </a:lstStyle>
          <a:p>
            <a:fld id="{0835B8F7-DAC4-4931-8AED-4356A8B2FD64}" type="datetimeFigureOut">
              <a:rPr lang="pt-BR" smtClean="0"/>
              <a:pPr/>
              <a:t>27/06/2025</a:t>
            </a:fld>
            <a:endParaRPr lang="pt-BR"/>
          </a:p>
        </p:txBody>
      </p:sp>
      <p:sp>
        <p:nvSpPr>
          <p:cNvPr id="4" name="Marcador de Posição da Imagem do Diapositivo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18" tIns="45708" rIns="91418" bIns="45708" rtlCol="0" anchor="ctr"/>
          <a:lstStyle/>
          <a:p>
            <a:endParaRPr lang="pt-BR"/>
          </a:p>
        </p:txBody>
      </p:sp>
      <p:sp>
        <p:nvSpPr>
          <p:cNvPr id="5" name="Marcador de Posição de Notas 4"/>
          <p:cNvSpPr>
            <a:spLocks noGrp="1"/>
          </p:cNvSpPr>
          <p:nvPr>
            <p:ph type="body" sz="quarter" idx="3"/>
          </p:nvPr>
        </p:nvSpPr>
        <p:spPr>
          <a:xfrm>
            <a:off x="679768" y="4777194"/>
            <a:ext cx="5438140" cy="3908614"/>
          </a:xfrm>
          <a:prstGeom prst="rect">
            <a:avLst/>
          </a:prstGeom>
        </p:spPr>
        <p:txBody>
          <a:bodyPr vert="horz" lIns="91418" tIns="45708" rIns="91418" bIns="45708"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9428586"/>
            <a:ext cx="2945659" cy="498055"/>
          </a:xfrm>
          <a:prstGeom prst="rect">
            <a:avLst/>
          </a:prstGeom>
        </p:spPr>
        <p:txBody>
          <a:bodyPr vert="horz" lIns="91418" tIns="45708" rIns="91418" bIns="45708"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50443" y="9428586"/>
            <a:ext cx="2945659" cy="498055"/>
          </a:xfrm>
          <a:prstGeom prst="rect">
            <a:avLst/>
          </a:prstGeom>
        </p:spPr>
        <p:txBody>
          <a:bodyPr vert="horz" lIns="91418" tIns="45708" rIns="91418" bIns="45708"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2</a:t>
            </a:fld>
            <a:endParaRPr lang="pt-BR"/>
          </a:p>
        </p:txBody>
      </p:sp>
    </p:spTree>
    <p:extLst>
      <p:ext uri="{BB962C8B-B14F-4D97-AF65-F5344CB8AC3E}">
        <p14:creationId xmlns:p14="http://schemas.microsoft.com/office/powerpoint/2010/main" val="4257950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if statement is made up of several parts; these are:</a:t>
            </a:r>
          </a:p>
          <a:p>
            <a:pPr marL="228600" indent="-228600">
              <a:buAutoNum type="arabicPeriod"/>
            </a:pPr>
            <a:r>
              <a:rPr lang="en-US" dirty="0"/>
              <a:t>The if keyword signifies that it is a conditional if.</a:t>
            </a:r>
          </a:p>
          <a:p>
            <a:pPr marL="228600" indent="-228600">
              <a:buAutoNum type="arabicPeriod"/>
            </a:pPr>
            <a:r>
              <a:rPr lang="en-US" dirty="0"/>
              <a:t>The </a:t>
            </a:r>
            <a:r>
              <a:rPr lang="en-US" dirty="0" err="1"/>
              <a:t>boolean</a:t>
            </a:r>
            <a:r>
              <a:rPr lang="en-US" dirty="0"/>
              <a:t> condition is what is being evaluated for truth.</a:t>
            </a:r>
          </a:p>
          <a:p>
            <a:pPr marL="228600" indent="-228600">
              <a:buAutoNum type="arabicPeriod"/>
            </a:pPr>
            <a:r>
              <a:rPr lang="en-US" dirty="0"/>
              <a:t>The action is executed if the condition evaluates to true.</a:t>
            </a:r>
          </a:p>
        </p:txBody>
      </p:sp>
      <p:sp>
        <p:nvSpPr>
          <p:cNvPr id="4" name="Slide Number Placeholder 3"/>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1724993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you can see a real-world example using age.</a:t>
            </a:r>
          </a:p>
          <a:p>
            <a:r>
              <a:rPr lang="en-US" dirty="0"/>
              <a:t>We set a variable called age to 20</a:t>
            </a:r>
          </a:p>
          <a:p>
            <a:r>
              <a:rPr lang="en-US" dirty="0"/>
              <a:t>. Then, we use an if statement to evaluate whether age is greater than or equal to 18.</a:t>
            </a:r>
          </a:p>
          <a:p>
            <a:r>
              <a:rPr lang="en-US" dirty="0"/>
              <a:t>If it is, then we print “You are an adult”.</a:t>
            </a:r>
          </a:p>
          <a:p>
            <a:r>
              <a:rPr lang="en-US" dirty="0"/>
              <a:t>If age was less than 18, then the code inside the if would not have been executed.</a:t>
            </a:r>
          </a:p>
          <a:p>
            <a:r>
              <a:rPr lang="en-US" dirty="0"/>
              <a:t>As 20 is greater than 18 the code inside the if statement executes and “You are an adult” gets printed out.</a:t>
            </a:r>
          </a:p>
        </p:txBody>
      </p:sp>
      <p:sp>
        <p:nvSpPr>
          <p:cNvPr id="4" name="Slide Number Placeholder 3"/>
          <p:cNvSpPr>
            <a:spLocks noGrp="1"/>
          </p:cNvSpPr>
          <p:nvPr>
            <p:ph type="sldNum" sz="quarter" idx="5"/>
          </p:nvPr>
        </p:nvSpPr>
        <p:spPr/>
        <p:txBody>
          <a:bodyPr/>
          <a:lstStyle/>
          <a:p>
            <a:fld id="{C0696B5C-12A0-4042-B4D0-BD3B9A4F58C6}" type="slidenum">
              <a:rPr lang="pt-BR" smtClean="0"/>
              <a:pPr/>
              <a:t>4</a:t>
            </a:fld>
            <a:endParaRPr lang="pt-BR"/>
          </a:p>
        </p:txBody>
      </p:sp>
    </p:spTree>
    <p:extLst>
      <p:ext uri="{BB962C8B-B14F-4D97-AF65-F5344CB8AC3E}">
        <p14:creationId xmlns:p14="http://schemas.microsoft.com/office/powerpoint/2010/main" val="1905751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The Else</a:t>
            </a:r>
            <a:r>
              <a:rPr lang="en-GB" sz="900" b="0" i="0" kern="1200" dirty="0">
                <a:solidFill>
                  <a:schemeClr val="tx1"/>
                </a:solidFill>
                <a:effectLst/>
                <a:latin typeface="+mn-lt"/>
                <a:ea typeface="+mn-ea"/>
                <a:cs typeface="+mn-cs"/>
              </a:rPr>
              <a:t> statement defines a block of code that runs </a:t>
            </a:r>
            <a:r>
              <a:rPr lang="en-GB" sz="900" b="1" i="0" kern="1200" dirty="0">
                <a:solidFill>
                  <a:schemeClr val="tx1"/>
                </a:solidFill>
                <a:effectLst/>
                <a:latin typeface="+mn-lt"/>
                <a:ea typeface="+mn-ea"/>
                <a:cs typeface="+mn-cs"/>
              </a:rPr>
              <a:t>only if the if condition is false</a:t>
            </a:r>
            <a:r>
              <a:rPr lang="en-GB" sz="900" b="0" i="0" kern="1200" dirty="0">
                <a:solidFill>
                  <a:schemeClr val="tx1"/>
                </a:solidFill>
                <a:effectLst/>
                <a:latin typeface="+mn-lt"/>
                <a:ea typeface="+mn-ea"/>
                <a:cs typeface="+mn-cs"/>
              </a:rPr>
              <a:t>. </a:t>
            </a:r>
          </a:p>
          <a:p>
            <a:pPr marL="171450" indent="-171450">
              <a:buFont typeface="Arial" panose="020B0604020202020204" pitchFamily="34" charset="0"/>
              <a:buChar char="•"/>
            </a:pPr>
            <a:r>
              <a:rPr lang="en-GB" dirty="0"/>
              <a:t>Else if</a:t>
            </a:r>
            <a:r>
              <a:rPr lang="en-GB" sz="900" b="0" i="0" kern="1200" dirty="0">
                <a:solidFill>
                  <a:schemeClr val="tx1"/>
                </a:solidFill>
                <a:effectLst/>
                <a:latin typeface="+mn-lt"/>
                <a:ea typeface="+mn-ea"/>
                <a:cs typeface="+mn-cs"/>
              </a:rPr>
              <a:t> allows you to check </a:t>
            </a:r>
            <a:r>
              <a:rPr lang="en-GB" sz="900" b="1" i="0" kern="1200" dirty="0">
                <a:solidFill>
                  <a:schemeClr val="tx1"/>
                </a:solidFill>
                <a:effectLst/>
                <a:latin typeface="+mn-lt"/>
                <a:ea typeface="+mn-ea"/>
                <a:cs typeface="+mn-cs"/>
              </a:rPr>
              <a:t>multiple conditions</a:t>
            </a:r>
            <a:r>
              <a:rPr lang="en-GB" sz="900" b="0" i="0" kern="1200" dirty="0">
                <a:solidFill>
                  <a:schemeClr val="tx1"/>
                </a:solidFill>
                <a:effectLst/>
                <a:latin typeface="+mn-lt"/>
                <a:ea typeface="+mn-ea"/>
                <a:cs typeface="+mn-cs"/>
              </a:rPr>
              <a:t> in sequence. It's used when you want to test a second (or third, etc.) condition if the first </a:t>
            </a:r>
            <a:r>
              <a:rPr lang="en-GB" dirty="0"/>
              <a:t>if</a:t>
            </a:r>
            <a:r>
              <a:rPr lang="en-GB" sz="900" b="0" i="0" kern="1200" dirty="0">
                <a:solidFill>
                  <a:schemeClr val="tx1"/>
                </a:solidFill>
                <a:effectLst/>
                <a:latin typeface="+mn-lt"/>
                <a:ea typeface="+mn-ea"/>
                <a:cs typeface="+mn-cs"/>
              </a:rPr>
              <a:t> condition is false.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9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900" b="0" i="0" kern="1200" dirty="0">
                <a:solidFill>
                  <a:schemeClr val="tx1"/>
                </a:solidFill>
                <a:effectLst/>
                <a:latin typeface="+mn-lt"/>
                <a:ea typeface="+mn-ea"/>
                <a:cs typeface="+mn-cs"/>
              </a:rPr>
              <a:t>These work just like in many other programming languages, but with Go's specific syntax rules.</a:t>
            </a:r>
            <a:endParaRPr lang="en-US" b="1" dirty="0"/>
          </a:p>
          <a:p>
            <a:endParaRPr lang="en-US" b="1" dirty="0"/>
          </a:p>
          <a:p>
            <a:r>
              <a:rPr lang="en-US" b="1" dirty="0"/>
              <a:t>Key Points:</a:t>
            </a:r>
          </a:p>
          <a:p>
            <a:r>
              <a:rPr lang="en-US" dirty="0"/>
              <a:t>No parentheses () around the condition.</a:t>
            </a:r>
          </a:p>
          <a:p>
            <a:r>
              <a:rPr lang="en-US" dirty="0"/>
              <a:t>Curly braces {} are required, even for single-line blocks.</a:t>
            </a:r>
          </a:p>
          <a:p>
            <a:endParaRPr lang="en-US" dirty="0"/>
          </a:p>
          <a:p>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6</a:t>
            </a:fld>
            <a:endParaRPr lang="pt-BR"/>
          </a:p>
        </p:txBody>
      </p:sp>
    </p:spTree>
    <p:extLst>
      <p:ext uri="{BB962C8B-B14F-4D97-AF65-F5344CB8AC3E}">
        <p14:creationId xmlns:p14="http://schemas.microsoft.com/office/powerpoint/2010/main" val="210229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BF003-498C-7073-D846-9E084C0A7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FA039-B109-24A7-C0C4-D6B93684A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80FF4-8B2D-3E49-4B11-D1C8FD97DC7F}"/>
              </a:ext>
            </a:extLst>
          </p:cNvPr>
          <p:cNvSpPr>
            <a:spLocks noGrp="1"/>
          </p:cNvSpPr>
          <p:nvPr>
            <p:ph type="body" idx="1"/>
          </p:nvPr>
        </p:nvSpPr>
        <p:spPr/>
        <p:txBody>
          <a:bodyPr/>
          <a:lstStyle/>
          <a:p>
            <a:r>
              <a:rPr lang="en-US" dirty="0"/>
              <a:t>In Go, a short statement with if lets you declare and </a:t>
            </a:r>
            <a:r>
              <a:rPr lang="en-US" dirty="0" err="1"/>
              <a:t>initialise</a:t>
            </a:r>
            <a:r>
              <a:rPr lang="en-US" dirty="0"/>
              <a:t> a variable just for use within the if (and optional else) block. This is useful for keeping your code clean and scoped tightly.</a:t>
            </a:r>
          </a:p>
        </p:txBody>
      </p:sp>
      <p:sp>
        <p:nvSpPr>
          <p:cNvPr id="4" name="Slide Number Placeholder 3">
            <a:extLst>
              <a:ext uri="{FF2B5EF4-FFF2-40B4-BE49-F238E27FC236}">
                <a16:creationId xmlns:a16="http://schemas.microsoft.com/office/drawing/2014/main" id="{62574511-FD81-A7E7-0EB8-C3D3FC4AD491}"/>
              </a:ext>
            </a:extLst>
          </p:cNvPr>
          <p:cNvSpPr>
            <a:spLocks noGrp="1"/>
          </p:cNvSpPr>
          <p:nvPr>
            <p:ph type="sldNum" sz="quarter" idx="5"/>
          </p:nvPr>
        </p:nvSpPr>
        <p:spPr/>
        <p:txBody>
          <a:bodyPr/>
          <a:lstStyle/>
          <a:p>
            <a:fld id="{C0696B5C-12A0-4042-B4D0-BD3B9A4F58C6}" type="slidenum">
              <a:rPr lang="pt-BR" smtClean="0"/>
              <a:pPr/>
              <a:t>7</a:t>
            </a:fld>
            <a:endParaRPr lang="pt-BR"/>
          </a:p>
        </p:txBody>
      </p:sp>
    </p:spTree>
    <p:extLst>
      <p:ext uri="{BB962C8B-B14F-4D97-AF65-F5344CB8AC3E}">
        <p14:creationId xmlns:p14="http://schemas.microsoft.com/office/powerpoint/2010/main" val="3904358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completed the lab, let's take a quick quiz together to see if we understand this topic.</a:t>
            </a:r>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409245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4389A-ED50-FC15-DB3A-9488C2C57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08F3C-B92A-3F68-940D-A35BFEDBD8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B0027-4F04-F64F-24F6-A66AAD76F5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B817D7-4E37-7375-3B95-CD1A5AFC628F}"/>
              </a:ext>
            </a:extLst>
          </p:cNvPr>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4218645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5E064-0DF6-DA2E-DE0D-00996E750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8A17F-38A2-BDE6-9E3F-C4ED1DD66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49B0B-FA4C-9144-8074-16E725CFEC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6E11C6-8782-1CAE-7134-CFBFB9454148}"/>
              </a:ext>
            </a:extLst>
          </p:cNvPr>
          <p:cNvSpPr>
            <a:spLocks noGrp="1"/>
          </p:cNvSpPr>
          <p:nvPr>
            <p:ph type="sldNum" sz="quarter" idx="5"/>
          </p:nvPr>
        </p:nvSpPr>
        <p:spPr/>
        <p:txBody>
          <a:bodyPr/>
          <a:lstStyle/>
          <a:p>
            <a:fld id="{C0696B5C-12A0-4042-B4D0-BD3B9A4F58C6}" type="slidenum">
              <a:rPr lang="pt-BR" smtClean="0"/>
              <a:pPr/>
              <a:t>10</a:t>
            </a:fld>
            <a:endParaRPr lang="pt-BR"/>
          </a:p>
        </p:txBody>
      </p:sp>
    </p:spTree>
    <p:extLst>
      <p:ext uri="{BB962C8B-B14F-4D97-AF65-F5344CB8AC3E}">
        <p14:creationId xmlns:p14="http://schemas.microsoft.com/office/powerpoint/2010/main" val="2806031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E921-A8DC-AD97-83E2-33C2CBDB7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CEE5C-FC31-C3F0-5D73-61E362B82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CE4177-97B1-12C6-B4A9-1CD6B3DE9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5FF2D8-1F9F-75AF-6879-1FD0B91BD341}"/>
              </a:ext>
            </a:extLst>
          </p:cNvPr>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3123699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05A55-8CD5-EBD8-1F76-6AE1C53B5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06DC0-1BE4-8876-CD9E-BFF3C3F23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5535C-BE26-2E6A-FF58-12DC1B1375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0803CB-B1AB-4C3D-4537-6585EBA17F8C}"/>
              </a:ext>
            </a:extLst>
          </p:cNvPr>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4086570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EBDDA-D69A-5629-FD10-7CB069FBB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4C1C0-B385-846A-D181-90641E2F54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4DE3C-CB2A-47F3-5D93-EF181FBBE3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D0E73E-4505-BFAF-8AD3-A8BDD94EEF9D}"/>
              </a:ext>
            </a:extLst>
          </p:cNvPr>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285697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FE54D-71F9-BB21-2205-71D217D0D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D8E0B-E2C4-5C04-D467-5FA66231F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E1C1E-FC4B-D646-988F-6ED41F4AED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553415-3FA0-B557-1BE8-16B3B9219F61}"/>
              </a:ext>
            </a:extLst>
          </p:cNvPr>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3982865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163C-E8D0-0440-127B-47C404707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877FD-6316-E626-FCC1-C62F0B2949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C9B12-B16B-FD54-0618-5D08CC39D883}"/>
              </a:ext>
            </a:extLst>
          </p:cNvPr>
          <p:cNvSpPr>
            <a:spLocks noGrp="1"/>
          </p:cNvSpPr>
          <p:nvPr>
            <p:ph type="body" idx="1"/>
          </p:nvPr>
        </p:nvSpPr>
        <p:spPr/>
        <p:txBody>
          <a:bodyPr/>
          <a:lstStyle/>
          <a:p>
            <a:r>
              <a:rPr lang="en-US" dirty="0"/>
              <a:t>Now that we’ve completed the lab, let's take a quick quiz together to see if we understand this topic.</a:t>
            </a:r>
          </a:p>
        </p:txBody>
      </p:sp>
      <p:sp>
        <p:nvSpPr>
          <p:cNvPr id="4" name="Slide Number Placeholder 3">
            <a:extLst>
              <a:ext uri="{FF2B5EF4-FFF2-40B4-BE49-F238E27FC236}">
                <a16:creationId xmlns:a16="http://schemas.microsoft.com/office/drawing/2014/main" id="{8C51F5EB-D77A-6FCD-B3A7-100DE2BE3413}"/>
              </a:ext>
            </a:extLst>
          </p:cNvPr>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2109456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A2C4F-A30B-911A-350E-03DE5DE26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4351A-EDCD-D8DD-9FE3-CF4D0ABCDF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90865-E32E-C10B-0B31-04AC9BBD4A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2CA940-71E7-EA52-8A6C-444AFB340F31}"/>
              </a:ext>
            </a:extLst>
          </p:cNvPr>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2883196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664E2-A903-BA9F-1E03-DC1F30968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1ED85-0DEB-A0FD-4B0B-3EEF43325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6758D-AFBC-4B4B-F43F-ACCA4D6862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45E85-CCA5-D8E7-6637-66C0E94DA635}"/>
              </a:ext>
            </a:extLst>
          </p:cNvPr>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2724493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69CB1-BDFC-DACF-46AA-09D65BC8D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A65C2-1439-2960-E5BA-D442AA7DBE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4AC6A-A327-C030-D4F0-10550C02C9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029F37-DDB8-D526-6465-A672DD123625}"/>
              </a:ext>
            </a:extLst>
          </p:cNvPr>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14569507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0B9DB-4A25-C7B2-04D2-169052994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EABE5-DC16-5B76-BEB3-38E65AC1F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C86C6-23AC-9011-8F38-F83A660C95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E93E60-5F1C-2736-A6AF-FEC1B0A8E2FD}"/>
              </a:ext>
            </a:extLst>
          </p:cNvPr>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1264127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C7137-9812-DBBE-DB81-7E0991818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7E8BC-8771-97E5-AF23-5E29081E0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7879B-0CF3-386C-7554-BDC72224FD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684ECA-FC1B-A90E-0E6B-C7518B1297AE}"/>
              </a:ext>
            </a:extLst>
          </p:cNvPr>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2762414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015E6-4B55-6E26-A807-81188099D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6E410-3424-B238-5E38-AC6EB4CC0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344B95-4331-3869-C876-15E73A329C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AE78C0-6D39-2000-3215-2FE45A1D56B0}"/>
              </a:ext>
            </a:extLst>
          </p:cNvPr>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3036904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over to Gitlab to look at the lab you will be working on next: https://</a:t>
            </a:r>
            <a:r>
              <a:rPr lang="en-US" dirty="0" err="1"/>
              <a:t>gitlab.platform-engineering.com</a:t>
            </a:r>
            <a:r>
              <a:rPr lang="en-US" dirty="0"/>
              <a:t>/</a:t>
            </a:r>
            <a:r>
              <a:rPr lang="en-US" dirty="0" err="1"/>
              <a:t>devops</a:t>
            </a:r>
            <a:r>
              <a:rPr lang="en-US" dirty="0"/>
              <a:t>-academy-</a:t>
            </a:r>
            <a:r>
              <a:rPr lang="en-US" dirty="0" err="1"/>
              <a:t>linux</a:t>
            </a:r>
            <a:r>
              <a:rPr lang="en-US" dirty="0"/>
              <a:t>-basics/</a:t>
            </a:r>
            <a:r>
              <a:rPr lang="en-US" dirty="0" err="1"/>
              <a:t>golang</a:t>
            </a:r>
            <a:r>
              <a:rPr lang="en-US" dirty="0"/>
              <a:t>-academy/-/tree/main/labs/conditionals-if</a:t>
            </a:r>
          </a:p>
        </p:txBody>
      </p:sp>
      <p:sp>
        <p:nvSpPr>
          <p:cNvPr id="4" name="Slide Number Placeholder 3"/>
          <p:cNvSpPr>
            <a:spLocks noGrp="1"/>
          </p:cNvSpPr>
          <p:nvPr>
            <p:ph type="sldNum" sz="quarter" idx="5"/>
          </p:nvPr>
        </p:nvSpPr>
        <p:spPr/>
        <p:txBody>
          <a:bodyPr/>
          <a:lstStyle/>
          <a:p>
            <a:fld id="{C0696B5C-12A0-4042-B4D0-BD3B9A4F58C6}" type="slidenum">
              <a:rPr lang="pt-BR" smtClean="0"/>
              <a:pPr/>
              <a:t>22</a:t>
            </a:fld>
            <a:endParaRPr lang="pt-BR"/>
          </a:p>
        </p:txBody>
      </p:sp>
    </p:spTree>
    <p:extLst>
      <p:ext uri="{BB962C8B-B14F-4D97-AF65-F5344CB8AC3E}">
        <p14:creationId xmlns:p14="http://schemas.microsoft.com/office/powerpoint/2010/main" val="3599132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C4D34-E36D-CA91-D0CB-11BD8EC6E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48CEB4-D365-9706-3A62-BD9E04D9B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5535A-0C55-CAD8-05C0-E8D2C55C4CCD}"/>
              </a:ext>
            </a:extLst>
          </p:cNvPr>
          <p:cNvSpPr>
            <a:spLocks noGrp="1"/>
          </p:cNvSpPr>
          <p:nvPr>
            <p:ph type="body" idx="1"/>
          </p:nvPr>
        </p:nvSpPr>
        <p:spPr/>
        <p:txBody>
          <a:bodyPr/>
          <a:lstStyle/>
          <a:p>
            <a:r>
              <a:rPr lang="en-US" dirty="0"/>
              <a:t>Any further questions before we move on?</a:t>
            </a:r>
          </a:p>
          <a:p>
            <a:r>
              <a:rPr lang="en-US" dirty="0"/>
              <a:t>Next, Khusro will be going through Arrays with you.</a:t>
            </a:r>
          </a:p>
        </p:txBody>
      </p:sp>
      <p:sp>
        <p:nvSpPr>
          <p:cNvPr id="4" name="Slide Number Placeholder 3">
            <a:extLst>
              <a:ext uri="{FF2B5EF4-FFF2-40B4-BE49-F238E27FC236}">
                <a16:creationId xmlns:a16="http://schemas.microsoft.com/office/drawing/2014/main" id="{8E8B6671-108F-148D-FC65-1AAF83216FE5}"/>
              </a:ext>
            </a:extLst>
          </p:cNvPr>
          <p:cNvSpPr>
            <a:spLocks noGrp="1"/>
          </p:cNvSpPr>
          <p:nvPr>
            <p:ph type="sldNum" sz="quarter" idx="5"/>
          </p:nvPr>
        </p:nvSpPr>
        <p:spPr/>
        <p:txBody>
          <a:bodyPr/>
          <a:lstStyle/>
          <a:p>
            <a:fld id="{C0696B5C-12A0-4042-B4D0-BD3B9A4F58C6}" type="slidenum">
              <a:rPr lang="pt-BR" smtClean="0"/>
              <a:pPr/>
              <a:t>23</a:t>
            </a:fld>
            <a:endParaRPr lang="pt-BR"/>
          </a:p>
        </p:txBody>
      </p:sp>
    </p:spTree>
    <p:extLst>
      <p:ext uri="{BB962C8B-B14F-4D97-AF65-F5344CB8AC3E}">
        <p14:creationId xmlns:p14="http://schemas.microsoft.com/office/powerpoint/2010/main" val="3419738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hyperlink" Target="http://www.linkedin.com/company/capgemini" TargetMode="External"/><Relationship Id="rId9"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hyperlink" Target="http://www.linkedin.com/company/capgemini" TargetMode="External"/><Relationship Id="rId9"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e 5">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87326400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GB"/>
              <a:t>Click to edit Master title style</a:t>
            </a:r>
            <a:endParaRPr lang="en-GB" dirty="0"/>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Image 3">
            <a:extLst>
              <a:ext uri="{FF2B5EF4-FFF2-40B4-BE49-F238E27FC236}">
                <a16:creationId xmlns:a16="http://schemas.microsoft.com/office/drawing/2014/main" id="{75AF5888-BD34-41EB-546E-BE945F03BA0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3822078082"/>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69" y="3676570"/>
            <a:ext cx="6336703"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6336704"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GB"/>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633670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374155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en-GB"/>
              <a:t>Click to edit Master title style</a:t>
            </a:r>
            <a:endParaRPr lang="en-GB" dirty="0"/>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3867066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en-GB"/>
              <a:t>Click to edit Master title style</a:t>
            </a:r>
            <a:endParaRPr lang="en-GB" dirty="0"/>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63753698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bg1"/>
                </a:solidFill>
                <a:latin typeface="+mj-lt"/>
              </a:defRPr>
            </a:lvl1pPr>
          </a:lstStyle>
          <a:p>
            <a:r>
              <a:rPr lang="en-GB"/>
              <a:t>Click to edit Master title style</a:t>
            </a:r>
            <a:endParaRPr lang="en-GB" dirty="0"/>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59878082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GB"/>
              <a:t>Click to edit Master title style</a:t>
            </a:r>
            <a:endParaRPr lang="en-GB" dirty="0"/>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78986856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clusion">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8832205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GB"/>
              <a:t>Click to edit Master title style</a:t>
            </a:r>
            <a:endParaRPr lang="en-GB" dirty="0"/>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2" name="Image 1">
            <a:extLst>
              <a:ext uri="{FF2B5EF4-FFF2-40B4-BE49-F238E27FC236}">
                <a16:creationId xmlns:a16="http://schemas.microsoft.com/office/drawing/2014/main" id="{8B5D9CCD-97AB-0A8C-8F1D-AB5C4C775A4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4367808" y="-1636495"/>
            <a:ext cx="8715336" cy="7220395"/>
          </a:xfrm>
          <a:prstGeom prst="rect">
            <a:avLst/>
          </a:prstGeom>
        </p:spPr>
      </p:pic>
    </p:spTree>
    <p:extLst>
      <p:ext uri="{BB962C8B-B14F-4D97-AF65-F5344CB8AC3E}">
        <p14:creationId xmlns:p14="http://schemas.microsoft.com/office/powerpoint/2010/main" val="36843686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GB"/>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12660760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Full Picture White Spade">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no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dirty="0"/>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userDrawn="1"/>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solidFill>
            <a:schemeClr val="bg2"/>
          </a:solidFill>
        </p:spPr>
        <p:txBody>
          <a:bodyPr wrap="square" lIns="396000" tIns="360000" rIns="504000" bIns="1080000" anchor="ctr" anchorCtr="0">
            <a:noAutofit/>
          </a:bodyPr>
          <a:lstStyle>
            <a:lvl1pPr algn="l">
              <a:lnSpc>
                <a:spcPct val="90000"/>
              </a:lnSpc>
              <a:tabLst>
                <a:tab pos="1258888" algn="l"/>
              </a:tabLst>
              <a:defRPr sz="5400" b="0" cap="none" baseline="0">
                <a:solidFill>
                  <a:schemeClr val="tx1"/>
                </a:solidFill>
                <a:latin typeface="+mj-lt"/>
              </a:defRPr>
            </a:lvl1pPr>
          </a:lstStyle>
          <a:p>
            <a:r>
              <a:rPr lang="en-GB"/>
              <a:t>Click to edit Master title style</a:t>
            </a:r>
            <a:endParaRPr lang="en-GB" dirty="0"/>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 style</a:t>
            </a:r>
            <a:endParaRPr lang="en-GB" dirty="0"/>
          </a:p>
        </p:txBody>
      </p:sp>
      <p:grpSp>
        <p:nvGrpSpPr>
          <p:cNvPr id="4" name="Group 1">
            <a:extLst>
              <a:ext uri="{FF2B5EF4-FFF2-40B4-BE49-F238E27FC236}">
                <a16:creationId xmlns:a16="http://schemas.microsoft.com/office/drawing/2014/main" id="{AF040B7C-BA99-80E4-ADEC-EF1A9B8AD534}"/>
              </a:ext>
            </a:extLst>
          </p:cNvPr>
          <p:cNvGrpSpPr>
            <a:grpSpLocks noChangeAspect="1"/>
          </p:cNvGrpSpPr>
          <p:nvPr userDrawn="1"/>
        </p:nvGrpSpPr>
        <p:grpSpPr>
          <a:xfrm>
            <a:off x="443236" y="6021288"/>
            <a:ext cx="1872000" cy="420870"/>
            <a:chOff x="5095385" y="4090756"/>
            <a:chExt cx="3033729" cy="682053"/>
          </a:xfrm>
        </p:grpSpPr>
        <p:sp>
          <p:nvSpPr>
            <p:cNvPr id="5" name="Freeform: Shape 2">
              <a:extLst>
                <a:ext uri="{FF2B5EF4-FFF2-40B4-BE49-F238E27FC236}">
                  <a16:creationId xmlns:a16="http://schemas.microsoft.com/office/drawing/2014/main" id="{2736C127-E287-E152-B949-1A8E281FAC35}"/>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6" name="Freeform: Shape 3">
              <a:extLst>
                <a:ext uri="{FF2B5EF4-FFF2-40B4-BE49-F238E27FC236}">
                  <a16:creationId xmlns:a16="http://schemas.microsoft.com/office/drawing/2014/main" id="{5D6417A4-47EA-8498-0976-6F6D109764A2}"/>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7" name="Freeform: Shape 4">
              <a:extLst>
                <a:ext uri="{FF2B5EF4-FFF2-40B4-BE49-F238E27FC236}">
                  <a16:creationId xmlns:a16="http://schemas.microsoft.com/office/drawing/2014/main" id="{37A9BD34-5705-83C5-110E-2B90C82970C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8" name="Freeform: Shape 14">
              <a:extLst>
                <a:ext uri="{FF2B5EF4-FFF2-40B4-BE49-F238E27FC236}">
                  <a16:creationId xmlns:a16="http://schemas.microsoft.com/office/drawing/2014/main" id="{260B643F-0DB2-200F-37FB-A4E461B941D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9" name="Freeform: Shape 20">
              <a:extLst>
                <a:ext uri="{FF2B5EF4-FFF2-40B4-BE49-F238E27FC236}">
                  <a16:creationId xmlns:a16="http://schemas.microsoft.com/office/drawing/2014/main" id="{6EDEE20B-B43D-39AA-D956-E23CEEE0D60C}"/>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0074785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163739"/>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GB"/>
              <a:t>Click to edit Master title style</a:t>
            </a:r>
            <a:endParaRPr lang="en-GB" dirty="0"/>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66929110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419679"/>
            <a:ext cx="4609034"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en-GB"/>
              <a:t>Click to edit Master title style</a:t>
            </a:r>
            <a:endParaRPr lang="en-GB" dirty="0"/>
          </a:p>
        </p:txBody>
      </p:sp>
    </p:spTree>
    <p:extLst>
      <p:ext uri="{BB962C8B-B14F-4D97-AF65-F5344CB8AC3E}">
        <p14:creationId xmlns:p14="http://schemas.microsoft.com/office/powerpoint/2010/main" val="402014262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en-GB"/>
              <a:t>Click to edit Master title style</a:t>
            </a:r>
            <a:endParaRPr lang="en-GB" dirty="0"/>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33902574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43877797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dirty="0"/>
              <a:t>Click to edit Agenda</a:t>
            </a:r>
            <a:endParaRPr lang="en-GB" dirty="0"/>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284793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GB"/>
              <a:t>Click to edit Master title style</a:t>
            </a:r>
            <a:endParaRPr lang="en-US" dirty="0"/>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1016787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GB"/>
              <a:t>Click to edit Master title style</a:t>
            </a:r>
            <a:endParaRPr lang="en-US" dirty="0"/>
          </a:p>
        </p:txBody>
      </p:sp>
    </p:spTree>
    <p:extLst>
      <p:ext uri="{BB962C8B-B14F-4D97-AF65-F5344CB8AC3E}">
        <p14:creationId xmlns:p14="http://schemas.microsoft.com/office/powerpoint/2010/main" val="305506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5951984" y="1628775"/>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5951984" y="2221388"/>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5951984" y="2814001"/>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5951984" y="3406614"/>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5951984" y="3999227"/>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5951984" y="4591841"/>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8640763" cy="792163"/>
          </a:xfrm>
        </p:spPr>
        <p:txBody>
          <a:bodyPr/>
          <a:lstStyle>
            <a:lvl1pPr>
              <a:defRPr>
                <a:solidFill>
                  <a:schemeClr val="tx1"/>
                </a:solidFill>
              </a:defRPr>
            </a:lvl1pPr>
          </a:lstStyle>
          <a:p>
            <a:r>
              <a:rPr lang="en-GB"/>
              <a:t>Click to edit Master title style</a:t>
            </a:r>
            <a:endParaRPr lang="en-US" dirty="0"/>
          </a:p>
        </p:txBody>
      </p:sp>
      <p:sp>
        <p:nvSpPr>
          <p:cNvPr id="5" name="Espace réservé pour une image  4">
            <a:extLst>
              <a:ext uri="{FF2B5EF4-FFF2-40B4-BE49-F238E27FC236}">
                <a16:creationId xmlns:a16="http://schemas.microsoft.com/office/drawing/2014/main" id="{5449900E-987A-B10E-123E-7DC13509743D}"/>
              </a:ext>
            </a:extLst>
          </p:cNvPr>
          <p:cNvSpPr>
            <a:spLocks noGrp="1"/>
          </p:cNvSpPr>
          <p:nvPr>
            <p:ph type="pic" sz="quarter" idx="33"/>
          </p:nvPr>
        </p:nvSpPr>
        <p:spPr>
          <a:xfrm>
            <a:off x="0" y="1268413"/>
            <a:ext cx="5519738" cy="5113337"/>
          </a:xfrm>
        </p:spPr>
        <p:txBody>
          <a:bodyPr/>
          <a:lstStyle/>
          <a:p>
            <a:r>
              <a:rPr lang="en-GB"/>
              <a:t>Click icon to add picture</a:t>
            </a:r>
            <a:endParaRPr lang="en-US"/>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5951984" y="5184455"/>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5951984" y="5777069"/>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Tree>
    <p:extLst>
      <p:ext uri="{BB962C8B-B14F-4D97-AF65-F5344CB8AC3E}">
        <p14:creationId xmlns:p14="http://schemas.microsoft.com/office/powerpoint/2010/main" val="40337639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CCF694C-872E-0362-0664-84FE017FBD57}"/>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407565" y="186370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407565" y="2456315"/>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407565" y="304892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407565" y="3641541"/>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407565" y="4234154"/>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407565" y="482676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5472411" cy="792163"/>
          </a:xfrm>
        </p:spPr>
        <p:txBody>
          <a:bodyPr/>
          <a:lstStyle>
            <a:lvl1pPr>
              <a:defRPr>
                <a:solidFill>
                  <a:schemeClr val="tx1"/>
                </a:solidFill>
              </a:defRPr>
            </a:lvl1pPr>
          </a:lstStyle>
          <a:p>
            <a:r>
              <a:rPr lang="en-GB"/>
              <a:t>Click to edit Master title style</a:t>
            </a:r>
            <a:endParaRPr lang="en-US" dirty="0"/>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407565" y="541938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407565" y="6011996"/>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Tree>
    <p:extLst>
      <p:ext uri="{BB962C8B-B14F-4D97-AF65-F5344CB8AC3E}">
        <p14:creationId xmlns:p14="http://schemas.microsoft.com/office/powerpoint/2010/main" val="1291927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Divider Page">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grpSp>
        <p:nvGrpSpPr>
          <p:cNvPr id="3" name="Group 37">
            <a:extLst>
              <a:ext uri="{FF2B5EF4-FFF2-40B4-BE49-F238E27FC236}">
                <a16:creationId xmlns:a16="http://schemas.microsoft.com/office/drawing/2014/main" id="{5AD1E928-17A7-8076-E72F-603525614D7F}"/>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A4C59602-5684-DA3C-4D8A-30F7343DD0DC}"/>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39C738EB-51DE-C704-B75C-84CBCD5D68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3104588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Divider Pag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spTree>
    <p:extLst>
      <p:ext uri="{BB962C8B-B14F-4D97-AF65-F5344CB8AC3E}">
        <p14:creationId xmlns:p14="http://schemas.microsoft.com/office/powerpoint/2010/main" val="4961531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8870259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GB"/>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6990557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GB"/>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GB"/>
              <a:t>Click to edit Master title style</a:t>
            </a:r>
            <a:endParaRPr lang="de-DE" dirty="0"/>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Tree>
    <p:extLst>
      <p:ext uri="{BB962C8B-B14F-4D97-AF65-F5344CB8AC3E}">
        <p14:creationId xmlns:p14="http://schemas.microsoft.com/office/powerpoint/2010/main" val="33580793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8F3953-316A-B430-FE17-F219A7EE0626}"/>
              </a:ext>
            </a:extLst>
          </p:cNvPr>
          <p:cNvSpPr>
            <a:spLocks noGrp="1"/>
          </p:cNvSpPr>
          <p:nvPr>
            <p:ph type="title"/>
          </p:nvPr>
        </p:nvSpPr>
        <p:spPr/>
        <p:txBody>
          <a:bodyPr/>
          <a:lstStyle/>
          <a:p>
            <a:r>
              <a:rPr lang="en-GB"/>
              <a:t>Click to edit Master title style</a:t>
            </a:r>
            <a:endParaRPr lang="en-US"/>
          </a:p>
        </p:txBody>
      </p:sp>
      <p:sp>
        <p:nvSpPr>
          <p:cNvPr id="3" name="Text Placeholder 7">
            <a:extLst>
              <a:ext uri="{FF2B5EF4-FFF2-40B4-BE49-F238E27FC236}">
                <a16:creationId xmlns:a16="http://schemas.microsoft.com/office/drawing/2014/main" id="{49BC7447-5EDE-45B1-8FE5-B3F4F93D2FEB}"/>
              </a:ext>
            </a:extLst>
          </p:cNvPr>
          <p:cNvSpPr>
            <a:spLocks noGrp="1"/>
          </p:cNvSpPr>
          <p:nvPr>
            <p:ph type="body" sz="quarter" idx="12" hasCustomPrompt="1"/>
          </p:nvPr>
        </p:nvSpPr>
        <p:spPr>
          <a:xfrm>
            <a:off x="407989" y="1628775"/>
            <a:ext cx="5532086"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4" name="Text Placeholder 7">
            <a:extLst>
              <a:ext uri="{FF2B5EF4-FFF2-40B4-BE49-F238E27FC236}">
                <a16:creationId xmlns:a16="http://schemas.microsoft.com/office/drawing/2014/main" id="{35CBB3CA-52BC-F9EF-5805-F1F9D912DB58}"/>
              </a:ext>
            </a:extLst>
          </p:cNvPr>
          <p:cNvSpPr>
            <a:spLocks noGrp="1"/>
          </p:cNvSpPr>
          <p:nvPr>
            <p:ph type="body" sz="quarter" idx="10"/>
          </p:nvPr>
        </p:nvSpPr>
        <p:spPr>
          <a:xfrm>
            <a:off x="414972" y="2506942"/>
            <a:ext cx="5525185" cy="3743963"/>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7">
            <a:extLst>
              <a:ext uri="{FF2B5EF4-FFF2-40B4-BE49-F238E27FC236}">
                <a16:creationId xmlns:a16="http://schemas.microsoft.com/office/drawing/2014/main" id="{C5D9D41C-6A18-9349-55BE-94DED28E30EA}"/>
              </a:ext>
            </a:extLst>
          </p:cNvPr>
          <p:cNvSpPr>
            <a:spLocks noGrp="1"/>
          </p:cNvSpPr>
          <p:nvPr>
            <p:ph type="body" sz="quarter" idx="13" hasCustomPrompt="1"/>
          </p:nvPr>
        </p:nvSpPr>
        <p:spPr>
          <a:xfrm>
            <a:off x="6332425" y="1628775"/>
            <a:ext cx="5451505"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6" name="Text Placeholder 7">
            <a:extLst>
              <a:ext uri="{FF2B5EF4-FFF2-40B4-BE49-F238E27FC236}">
                <a16:creationId xmlns:a16="http://schemas.microsoft.com/office/drawing/2014/main" id="{7B44136C-3018-5130-3AC3-47B22ACD9DA3}"/>
              </a:ext>
            </a:extLst>
          </p:cNvPr>
          <p:cNvSpPr>
            <a:spLocks noGrp="1"/>
          </p:cNvSpPr>
          <p:nvPr>
            <p:ph type="body" sz="quarter" idx="14"/>
          </p:nvPr>
        </p:nvSpPr>
        <p:spPr>
          <a:xfrm>
            <a:off x="6332425" y="2506943"/>
            <a:ext cx="5444603" cy="3743962"/>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8914737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ABF5EC-92A5-4E9A-F280-EB30FFBC07C4}"/>
              </a:ext>
            </a:extLst>
          </p:cNvPr>
          <p:cNvSpPr>
            <a:spLocks noGrp="1"/>
          </p:cNvSpPr>
          <p:nvPr>
            <p:ph type="title"/>
          </p:nvPr>
        </p:nvSpPr>
        <p:spPr/>
        <p:txBody>
          <a:bodyPr/>
          <a:lstStyle/>
          <a:p>
            <a:r>
              <a:rPr lang="en-GB"/>
              <a:t>Click to edit Master title style</a:t>
            </a:r>
            <a:endParaRPr lang="en-US"/>
          </a:p>
        </p:txBody>
      </p:sp>
      <p:sp>
        <p:nvSpPr>
          <p:cNvPr id="3" name="Text Placeholder 7">
            <a:extLst>
              <a:ext uri="{FF2B5EF4-FFF2-40B4-BE49-F238E27FC236}">
                <a16:creationId xmlns:a16="http://schemas.microsoft.com/office/drawing/2014/main" id="{9CD9F072-6C90-9A95-A50F-DCA5FC167DC4}"/>
              </a:ext>
            </a:extLst>
          </p:cNvPr>
          <p:cNvSpPr>
            <a:spLocks noGrp="1"/>
          </p:cNvSpPr>
          <p:nvPr>
            <p:ph type="body" sz="quarter" idx="12" hasCustomPrompt="1"/>
          </p:nvPr>
        </p:nvSpPr>
        <p:spPr>
          <a:xfrm>
            <a:off x="414971" y="1628775"/>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4" name="Text Placeholder 7">
            <a:extLst>
              <a:ext uri="{FF2B5EF4-FFF2-40B4-BE49-F238E27FC236}">
                <a16:creationId xmlns:a16="http://schemas.microsoft.com/office/drawing/2014/main" id="{D1B0A4F3-549E-71F6-BE52-B382C47A49E5}"/>
              </a:ext>
            </a:extLst>
          </p:cNvPr>
          <p:cNvSpPr>
            <a:spLocks noGrp="1"/>
          </p:cNvSpPr>
          <p:nvPr>
            <p:ph type="body" sz="quarter" idx="10"/>
          </p:nvPr>
        </p:nvSpPr>
        <p:spPr>
          <a:xfrm>
            <a:off x="414971"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7">
            <a:extLst>
              <a:ext uri="{FF2B5EF4-FFF2-40B4-BE49-F238E27FC236}">
                <a16:creationId xmlns:a16="http://schemas.microsoft.com/office/drawing/2014/main" id="{A4B6F29C-F89C-245A-B142-516CCF154314}"/>
              </a:ext>
            </a:extLst>
          </p:cNvPr>
          <p:cNvSpPr>
            <a:spLocks noGrp="1"/>
          </p:cNvSpPr>
          <p:nvPr>
            <p:ph type="body" sz="quarter" idx="15" hasCustomPrompt="1"/>
          </p:nvPr>
        </p:nvSpPr>
        <p:spPr>
          <a:xfrm>
            <a:off x="4260000"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6" name="Text Placeholder 7">
            <a:extLst>
              <a:ext uri="{FF2B5EF4-FFF2-40B4-BE49-F238E27FC236}">
                <a16:creationId xmlns:a16="http://schemas.microsoft.com/office/drawing/2014/main" id="{DD618B66-9577-9BCD-E317-0B5976EC205B}"/>
              </a:ext>
            </a:extLst>
          </p:cNvPr>
          <p:cNvSpPr>
            <a:spLocks noGrp="1"/>
          </p:cNvSpPr>
          <p:nvPr>
            <p:ph type="body" sz="quarter" idx="14"/>
          </p:nvPr>
        </p:nvSpPr>
        <p:spPr>
          <a:xfrm>
            <a:off x="4260000"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ext Placeholder 7">
            <a:extLst>
              <a:ext uri="{FF2B5EF4-FFF2-40B4-BE49-F238E27FC236}">
                <a16:creationId xmlns:a16="http://schemas.microsoft.com/office/drawing/2014/main" id="{FD81C950-E364-B77A-5216-238E0BB40E8F}"/>
              </a:ext>
            </a:extLst>
          </p:cNvPr>
          <p:cNvSpPr>
            <a:spLocks noGrp="1"/>
          </p:cNvSpPr>
          <p:nvPr>
            <p:ph type="body" sz="quarter" idx="17" hasCustomPrompt="1"/>
          </p:nvPr>
        </p:nvSpPr>
        <p:spPr>
          <a:xfrm>
            <a:off x="8105029"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8" name="Text Placeholder 7">
            <a:extLst>
              <a:ext uri="{FF2B5EF4-FFF2-40B4-BE49-F238E27FC236}">
                <a16:creationId xmlns:a16="http://schemas.microsoft.com/office/drawing/2014/main" id="{560BE233-FA65-E9BC-C55B-5E4EBC8DB46B}"/>
              </a:ext>
            </a:extLst>
          </p:cNvPr>
          <p:cNvSpPr>
            <a:spLocks noGrp="1"/>
          </p:cNvSpPr>
          <p:nvPr>
            <p:ph type="body" sz="quarter" idx="16"/>
          </p:nvPr>
        </p:nvSpPr>
        <p:spPr>
          <a:xfrm>
            <a:off x="8105029"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942984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958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3759244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GB"/>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8217014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GB"/>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7356664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6804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lvl1pPr>
              <a:lnSpc>
                <a:spcPct val="100000"/>
              </a:lnSpc>
              <a:defRPr/>
            </a:lvl1pPr>
          </a:lstStyle>
          <a:p>
            <a:r>
              <a:rPr lang="en-GB"/>
              <a:t>Click to edit Master title style</a:t>
            </a:r>
            <a:endParaRPr lang="en-US"/>
          </a:p>
        </p:txBody>
      </p:sp>
    </p:spTree>
    <p:extLst>
      <p:ext uri="{BB962C8B-B14F-4D97-AF65-F5344CB8AC3E}">
        <p14:creationId xmlns:p14="http://schemas.microsoft.com/office/powerpoint/2010/main" val="1191521094"/>
      </p:ext>
    </p:extLst>
  </p:cSld>
  <p:clrMapOvr>
    <a:masterClrMapping/>
  </p:clrMapOvr>
  <p:extLst>
    <p:ext uri="{DCECCB84-F9BA-43D5-87BE-67443E8EF086}">
      <p15:sldGuideLst xmlns:p15="http://schemas.microsoft.com/office/powerpoint/2012/main">
        <p15:guide id="1" pos="5065"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2852936"/>
            <a:ext cx="7409221" cy="2879526"/>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a:xfrm>
            <a:off x="414971" y="1122908"/>
            <a:ext cx="7409221" cy="1369988"/>
          </a:xfrm>
        </p:spPr>
        <p:txBody>
          <a:bodyPr/>
          <a:lstStyle>
            <a:lvl1pPr>
              <a:lnSpc>
                <a:spcPct val="100000"/>
              </a:lnSpc>
              <a:defRPr/>
            </a:lvl1pPr>
          </a:lstStyle>
          <a:p>
            <a:r>
              <a:rPr lang="en-GB"/>
              <a:t>Click to edit Master title style</a:t>
            </a:r>
            <a:endParaRPr lang="en-US" dirty="0"/>
          </a:p>
        </p:txBody>
      </p:sp>
    </p:spTree>
    <p:extLst>
      <p:ext uri="{BB962C8B-B14F-4D97-AF65-F5344CB8AC3E}">
        <p14:creationId xmlns:p14="http://schemas.microsoft.com/office/powerpoint/2010/main" val="3274780821"/>
      </p:ext>
    </p:extLst>
  </p:cSld>
  <p:clrMapOvr>
    <a:masterClrMapping/>
  </p:clrMapOvr>
  <p:extLst>
    <p:ext uri="{DCECCB84-F9BA-43D5-87BE-67443E8EF086}">
      <p15:sldGuideLst xmlns:p15="http://schemas.microsoft.com/office/powerpoint/2012/main">
        <p15:guide id="1" pos="5065"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876511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Title Only Short White">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GB"/>
              <a:t>Click to edit Master title style</a:t>
            </a:r>
            <a:endParaRPr lang="en-US"/>
          </a:p>
        </p:txBody>
      </p:sp>
    </p:spTree>
    <p:extLst>
      <p:ext uri="{BB962C8B-B14F-4D97-AF65-F5344CB8AC3E}">
        <p14:creationId xmlns:p14="http://schemas.microsoft.com/office/powerpoint/2010/main" val="299587924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Title Only Short Whit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GB"/>
              <a:t>Click to edit Master title style</a:t>
            </a:r>
            <a:endParaRPr lang="en-US"/>
          </a:p>
        </p:txBody>
      </p:sp>
    </p:spTree>
    <p:extLst>
      <p:ext uri="{BB962C8B-B14F-4D97-AF65-F5344CB8AC3E}">
        <p14:creationId xmlns:p14="http://schemas.microsoft.com/office/powerpoint/2010/main" val="23997279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3599585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21807172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Tree>
    <p:extLst>
      <p:ext uri="{BB962C8B-B14F-4D97-AF65-F5344CB8AC3E}">
        <p14:creationId xmlns:p14="http://schemas.microsoft.com/office/powerpoint/2010/main" val="18628948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ubtitle Content Grey">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GB"/>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grpSp>
        <p:nvGrpSpPr>
          <p:cNvPr id="3" name="Group 37">
            <a:extLst>
              <a:ext uri="{FF2B5EF4-FFF2-40B4-BE49-F238E27FC236}">
                <a16:creationId xmlns:a16="http://schemas.microsoft.com/office/drawing/2014/main" id="{B0C581DC-AC70-A4F0-51CB-1FA6B08A37BE}"/>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63F60F5E-5D27-779B-6E8E-C919398219A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A979E7CA-B1A9-8298-494D-03780A9E57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6979813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grpSp>
        <p:nvGrpSpPr>
          <p:cNvPr id="4" name="Group 37">
            <a:extLst>
              <a:ext uri="{FF2B5EF4-FFF2-40B4-BE49-F238E27FC236}">
                <a16:creationId xmlns:a16="http://schemas.microsoft.com/office/drawing/2014/main" id="{9B4384E0-E70E-1D2F-00F4-6E8113E6115B}"/>
              </a:ext>
            </a:extLst>
          </p:cNvPr>
          <p:cNvGrpSpPr/>
          <p:nvPr userDrawn="1"/>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DEADA429-607C-23EB-6562-F893EB6AB13A}"/>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321">
              <a:extLst>
                <a:ext uri="{FF2B5EF4-FFF2-40B4-BE49-F238E27FC236}">
                  <a16:creationId xmlns:a16="http://schemas.microsoft.com/office/drawing/2014/main" id="{FE473CBE-1F40-1799-0531-AC4BB82893E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70553885"/>
      </p:ext>
    </p:extLst>
  </p:cSld>
  <p:clrMapOvr>
    <a:masterClrMapping/>
  </p:clrMapOvr>
  <p:extLst>
    <p:ext uri="{DCECCB84-F9BA-43D5-87BE-67443E8EF086}">
      <p15:sldGuideLst xmlns:p15="http://schemas.microsoft.com/office/powerpoint/2012/main">
        <p15:guide id="1" pos="5019"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grpSp>
        <p:nvGrpSpPr>
          <p:cNvPr id="4" name="Group 37">
            <a:extLst>
              <a:ext uri="{FF2B5EF4-FFF2-40B4-BE49-F238E27FC236}">
                <a16:creationId xmlns:a16="http://schemas.microsoft.com/office/drawing/2014/main" id="{7A334606-8EE3-365F-25B8-44D290069C7A}"/>
              </a:ext>
            </a:extLst>
          </p:cNvPr>
          <p:cNvGrpSpPr/>
          <p:nvPr userDrawn="1"/>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9327B499-75BC-B2BA-955E-89BC1B5BA08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321">
              <a:extLst>
                <a:ext uri="{FF2B5EF4-FFF2-40B4-BE49-F238E27FC236}">
                  <a16:creationId xmlns:a16="http://schemas.microsoft.com/office/drawing/2014/main" id="{830903CF-8165-AFC6-912A-B0D50B5352C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6989898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GB"/>
              <a:t>Click to edit Master title style</a:t>
            </a:r>
            <a:endParaRPr lang="en-US" dirty="0"/>
          </a:p>
        </p:txBody>
      </p:sp>
      <p:grpSp>
        <p:nvGrpSpPr>
          <p:cNvPr id="3" name="Group 37">
            <a:extLst>
              <a:ext uri="{FF2B5EF4-FFF2-40B4-BE49-F238E27FC236}">
                <a16:creationId xmlns:a16="http://schemas.microsoft.com/office/drawing/2014/main" id="{F75C5998-60B8-E90F-ABC5-B2B44AE3671E}"/>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7AA8B914-E494-3BE7-D1C9-625A618D7BB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8C9E80B-66E6-FE75-51F4-FE53C769FD6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81145079"/>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GB"/>
              <a:t>Click to edit Master title style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grpSp>
        <p:nvGrpSpPr>
          <p:cNvPr id="2" name="Group 37">
            <a:extLst>
              <a:ext uri="{FF2B5EF4-FFF2-40B4-BE49-F238E27FC236}">
                <a16:creationId xmlns:a16="http://schemas.microsoft.com/office/drawing/2014/main" id="{7A1A8CC8-8DC5-C9DB-BF05-A632200BAA79}"/>
              </a:ext>
            </a:extLst>
          </p:cNvPr>
          <p:cNvGrpSpPr/>
          <p:nvPr userDrawn="1"/>
        </p:nvGrpSpPr>
        <p:grpSpPr>
          <a:xfrm>
            <a:off x="11501102" y="171573"/>
            <a:ext cx="419436" cy="388087"/>
            <a:chOff x="5481638" y="2859088"/>
            <a:chExt cx="1231900" cy="1139825"/>
          </a:xfrm>
          <a:solidFill>
            <a:schemeClr val="bg1"/>
          </a:solidFill>
        </p:grpSpPr>
        <p:sp>
          <p:nvSpPr>
            <p:cNvPr id="3" name="Freeform 320">
              <a:extLst>
                <a:ext uri="{FF2B5EF4-FFF2-40B4-BE49-F238E27FC236}">
                  <a16:creationId xmlns:a16="http://schemas.microsoft.com/office/drawing/2014/main" id="{9FD445ED-7589-8F2E-2555-68F99651CF5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 name="Freeform 321">
              <a:extLst>
                <a:ext uri="{FF2B5EF4-FFF2-40B4-BE49-F238E27FC236}">
                  <a16:creationId xmlns:a16="http://schemas.microsoft.com/office/drawing/2014/main" id="{D611104C-45C2-A6EE-6C88-7B5A09068B1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297071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gradFill flip="none" rotWithShape="1">
          <a:gsLst>
            <a:gs pos="0">
              <a:schemeClr val="accent4"/>
            </a:gs>
            <a:gs pos="100000">
              <a:schemeClr val="accent1"/>
            </a:gs>
          </a:gsLst>
          <a:lin ang="18900000" scaled="1"/>
          <a:tileRect/>
        </a:gradFill>
        <a:effectLst/>
      </p:bgPr>
    </p:bg>
    <p:spTree>
      <p:nvGrpSpPr>
        <p:cNvPr id="1" name=""/>
        <p:cNvGrpSpPr/>
        <p:nvPr/>
      </p:nvGrpSpPr>
      <p:grpSpPr>
        <a:xfrm>
          <a:off x="0" y="0"/>
          <a:ext cx="0" cy="0"/>
          <a:chOff x="0" y="0"/>
          <a:chExt cx="0" cy="0"/>
        </a:xfrm>
      </p:grpSpPr>
      <p:grpSp>
        <p:nvGrpSpPr>
          <p:cNvPr id="3" name="Group 37">
            <a:extLst>
              <a:ext uri="{FF2B5EF4-FFF2-40B4-BE49-F238E27FC236}">
                <a16:creationId xmlns:a16="http://schemas.microsoft.com/office/drawing/2014/main" id="{1061E678-75D4-A1A0-2B62-B9EE7897ADC9}"/>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968249B3-6CEA-36AB-82F2-AC791AB4541D}"/>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6CA36F11-D251-B9D9-4C20-84C34AAE71C9}"/>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8864841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Tree>
    <p:extLst>
      <p:ext uri="{BB962C8B-B14F-4D97-AF65-F5344CB8AC3E}">
        <p14:creationId xmlns:p14="http://schemas.microsoft.com/office/powerpoint/2010/main" val="27031742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22914079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itle Subtitle Content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GB"/>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Tree>
    <p:extLst>
      <p:ext uri="{BB962C8B-B14F-4D97-AF65-F5344CB8AC3E}">
        <p14:creationId xmlns:p14="http://schemas.microsoft.com/office/powerpoint/2010/main" val="6998456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dirty="0"/>
          </a:p>
        </p:txBody>
      </p:sp>
    </p:spTree>
    <p:extLst>
      <p:ext uri="{BB962C8B-B14F-4D97-AF65-F5344CB8AC3E}">
        <p14:creationId xmlns:p14="http://schemas.microsoft.com/office/powerpoint/2010/main" val="4085028029"/>
      </p:ext>
    </p:extLst>
  </p:cSld>
  <p:clrMapOvr>
    <a:masterClrMapping/>
  </p:clrMapOvr>
  <p:extLst>
    <p:ext uri="{DCECCB84-F9BA-43D5-87BE-67443E8EF086}">
      <p15:sldGuideLst xmlns:p15="http://schemas.microsoft.com/office/powerpoint/2012/main">
        <p15:guide id="1" pos="5019"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3612184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GB"/>
              <a:t>Click to edit Master title style</a:t>
            </a:r>
            <a:endParaRPr lang="en-US" dirty="0"/>
          </a:p>
        </p:txBody>
      </p:sp>
    </p:spTree>
    <p:extLst>
      <p:ext uri="{BB962C8B-B14F-4D97-AF65-F5344CB8AC3E}">
        <p14:creationId xmlns:p14="http://schemas.microsoft.com/office/powerpoint/2010/main" val="404018989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8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GB"/>
              <a:t>Click to edit Master title style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8968687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0972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7">
            <a:hlinkClick r:id="rId2"/>
            <a:extLst>
              <a:ext uri="{FF2B5EF4-FFF2-40B4-BE49-F238E27FC236}">
                <a16:creationId xmlns:a16="http://schemas.microsoft.com/office/drawing/2014/main" id="{941A3941-C755-6656-4029-D0028A53BB32}"/>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4"/>
            <a:extLst>
              <a:ext uri="{FF2B5EF4-FFF2-40B4-BE49-F238E27FC236}">
                <a16:creationId xmlns:a16="http://schemas.microsoft.com/office/drawing/2014/main" id="{3591224F-8FEC-9B5A-1F57-B601D9EC4CA0}"/>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6" name="Picture 4">
            <a:hlinkClick r:id="rId6"/>
            <a:extLst>
              <a:ext uri="{FF2B5EF4-FFF2-40B4-BE49-F238E27FC236}">
                <a16:creationId xmlns:a16="http://schemas.microsoft.com/office/drawing/2014/main" id="{C96036E5-31FB-13BE-950F-9869979802DC}"/>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7" name="Picture 6">
            <a:hlinkClick r:id="rId8"/>
            <a:extLst>
              <a:ext uri="{FF2B5EF4-FFF2-40B4-BE49-F238E27FC236}">
                <a16:creationId xmlns:a16="http://schemas.microsoft.com/office/drawing/2014/main" id="{C895DE98-7E11-9ACD-964C-CB06CEB75807}"/>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8" name="Rectangle 7">
            <a:extLst>
              <a:ext uri="{FF2B5EF4-FFF2-40B4-BE49-F238E27FC236}">
                <a16:creationId xmlns:a16="http://schemas.microsoft.com/office/drawing/2014/main" id="{3CBBF08B-D059-4998-4ED3-95035CA33654}"/>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2025 Capgemini. All rights reserved.</a:t>
            </a:r>
          </a:p>
        </p:txBody>
      </p:sp>
      <p:pic>
        <p:nvPicPr>
          <p:cNvPr id="10" name="Image 9" descr="Une image contenant noir, Graphique, art&#10;&#10;Description générée automatiquement">
            <a:extLst>
              <a:ext uri="{FF2B5EF4-FFF2-40B4-BE49-F238E27FC236}">
                <a16:creationId xmlns:a16="http://schemas.microsoft.com/office/drawing/2014/main" id="{DE62D67C-765C-84EB-F850-6A1F3B6BE8F7}"/>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5447928" y="836712"/>
            <a:ext cx="7729744" cy="6403861"/>
          </a:xfrm>
          <a:prstGeom prst="rect">
            <a:avLst/>
          </a:prstGeom>
        </p:spPr>
      </p:pic>
    </p:spTree>
    <p:extLst>
      <p:ext uri="{BB962C8B-B14F-4D97-AF65-F5344CB8AC3E}">
        <p14:creationId xmlns:p14="http://schemas.microsoft.com/office/powerpoint/2010/main" val="1204560427"/>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0" name="Picture 7">
            <a:hlinkClick r:id="rId2"/>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4"/>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6"/>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7" name="Picture 6">
            <a:hlinkClick r:id="rId8"/>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2025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14">
            <a:extLst>
              <a:ext uri="{FF2B5EF4-FFF2-40B4-BE49-F238E27FC236}">
                <a16:creationId xmlns:a16="http://schemas.microsoft.com/office/drawing/2014/main" id="{72F6479D-6EC4-876D-159E-45E9EFA775CF}"/>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Tree>
    <p:extLst>
      <p:ext uri="{BB962C8B-B14F-4D97-AF65-F5344CB8AC3E}">
        <p14:creationId xmlns:p14="http://schemas.microsoft.com/office/powerpoint/2010/main" val="94655253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58"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dirty="0"/>
              <a:t>Enter </a:t>
            </a:r>
            <a:r>
              <a:rPr lang="fr-FR" dirty="0" err="1"/>
              <a:t>your</a:t>
            </a:r>
            <a:r>
              <a:rPr lang="fr-FR" dirty="0"/>
              <a:t> contents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en-US" dirty="0"/>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dirty="0"/>
              <a:t>Modifiez le style du titre</a:t>
            </a:r>
            <a:endParaRPr lang="de-DE" dirty="0"/>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dirty="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dirty="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Conditionals - If | Jason Edwards | 1</a:t>
            </a:r>
            <a:r>
              <a:rPr lang="en-US" sz="700" kern="0" baseline="30000" dirty="0">
                <a:solidFill>
                  <a:schemeClr val="bg1">
                    <a:lumMod val="65000"/>
                  </a:schemeClr>
                </a:solidFill>
                <a:latin typeface="+mn-lt"/>
                <a:cs typeface="Arial" panose="020B0604020202020204" pitchFamily="34" charset="0"/>
              </a:rPr>
              <a:t>st</a:t>
            </a:r>
            <a:r>
              <a:rPr lang="en-US" sz="700" kern="0" dirty="0">
                <a:solidFill>
                  <a:schemeClr val="bg1">
                    <a:lumMod val="65000"/>
                  </a:schemeClr>
                </a:solidFill>
                <a:latin typeface="+mn-lt"/>
                <a:cs typeface="Arial" panose="020B0604020202020204" pitchFamily="34" charset="0"/>
              </a:rPr>
              <a:t> July 2025</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chemeClr val="bg1">
                    <a:lumMod val="65000"/>
                  </a:schemeClr>
                </a:solidFill>
                <a:latin typeface="+mn-lt"/>
                <a:cs typeface="Arial" panose="020B0604020202020204" pitchFamily="34" charset="0"/>
              </a:rPr>
              <a:t>Public © Capgemini 2025.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719133398"/>
      </p:ext>
    </p:extLst>
  </p:cSld>
  <p:clrMap bg1="lt1" tx1="dk1" bg2="lt2" tx2="dk2" accent1="accent1" accent2="accent2" accent3="accent3" accent4="accent4" accent5="accent5" accent6="accent6" hlink="hlink" folHlink="folHlink"/>
  <p:sldLayoutIdLst>
    <p:sldLayoutId id="2147484199" r:id="rId1"/>
    <p:sldLayoutId id="2147484177" r:id="rId2"/>
    <p:sldLayoutId id="2147484198" r:id="rId3"/>
    <p:sldLayoutId id="2147484184" r:id="rId4"/>
    <p:sldLayoutId id="2147484185" r:id="rId5"/>
    <p:sldLayoutId id="2147484186" r:id="rId6"/>
    <p:sldLayoutId id="2147484187" r:id="rId7"/>
    <p:sldLayoutId id="2147484158" r:id="rId8"/>
    <p:sldLayoutId id="2147484165" r:id="rId9"/>
    <p:sldLayoutId id="2147484119" r:id="rId10"/>
    <p:sldLayoutId id="2147484226" r:id="rId11"/>
    <p:sldLayoutId id="2147484169" r:id="rId12"/>
    <p:sldLayoutId id="2147484179" r:id="rId13"/>
    <p:sldLayoutId id="2147484180" r:id="rId14"/>
    <p:sldLayoutId id="2147484181" r:id="rId15"/>
    <p:sldLayoutId id="2147484194" r:id="rId16"/>
    <p:sldLayoutId id="2147484159" r:id="rId17"/>
    <p:sldLayoutId id="2147484124" r:id="rId18"/>
    <p:sldLayoutId id="2147484225" r:id="rId19"/>
    <p:sldLayoutId id="2147484229" r:id="rId20"/>
    <p:sldLayoutId id="2147484125" r:id="rId21"/>
    <p:sldLayoutId id="2147484126" r:id="rId22"/>
    <p:sldLayoutId id="2147484127" r:id="rId23"/>
    <p:sldLayoutId id="2147484128" r:id="rId24"/>
    <p:sldLayoutId id="2147484129" r:id="rId25"/>
    <p:sldLayoutId id="2147484227" r:id="rId26"/>
    <p:sldLayoutId id="2147484228" r:id="rId27"/>
    <p:sldLayoutId id="2147484130" r:id="rId28"/>
    <p:sldLayoutId id="2147484131" r:id="rId29"/>
    <p:sldLayoutId id="2147484132" r:id="rId30"/>
    <p:sldLayoutId id="2147484133" r:id="rId31"/>
    <p:sldLayoutId id="2147484134" r:id="rId32"/>
    <p:sldLayoutId id="2147484135" r:id="rId33"/>
    <p:sldLayoutId id="2147484218" r:id="rId34"/>
    <p:sldLayoutId id="2147484136" r:id="rId35"/>
    <p:sldLayoutId id="2147484137" r:id="rId36"/>
    <p:sldLayoutId id="2147484138" r:id="rId37"/>
    <p:sldLayoutId id="2147484219" r:id="rId38"/>
    <p:sldLayoutId id="2147484143" r:id="rId39"/>
    <p:sldLayoutId id="2147484145" r:id="rId40"/>
    <p:sldLayoutId id="2147484197" r:id="rId41"/>
    <p:sldLayoutId id="2147484139" r:id="rId42"/>
    <p:sldLayoutId id="2147484140" r:id="rId43"/>
    <p:sldLayoutId id="2147484141" r:id="rId44"/>
    <p:sldLayoutId id="2147484142" r:id="rId45"/>
    <p:sldLayoutId id="2147484216" r:id="rId46"/>
    <p:sldLayoutId id="2147484195" r:id="rId47"/>
    <p:sldLayoutId id="2147484144" r:id="rId48"/>
    <p:sldLayoutId id="2147484220" r:id="rId49"/>
    <p:sldLayoutId id="2147484221" r:id="rId50"/>
    <p:sldLayoutId id="2147484222" r:id="rId51"/>
    <p:sldLayoutId id="2147484223" r:id="rId52"/>
    <p:sldLayoutId id="2147484224" r:id="rId53"/>
    <p:sldLayoutId id="2147484215" r:id="rId54"/>
    <p:sldLayoutId id="2147484217" r:id="rId55"/>
    <p:sldLayoutId id="2147484156" r:id="rId56"/>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userDrawn="1">
          <p15:clr>
            <a:srgbClr val="F26B43"/>
          </p15:clr>
        </p15:guide>
        <p15:guide id="19" orient="horz" pos="4320" userDrawn="1">
          <p15:clr>
            <a:srgbClr val="F26B43"/>
          </p15:clr>
        </p15:guide>
        <p15:guide id="20" pos="257" userDrawn="1">
          <p15:clr>
            <a:srgbClr val="F26B43"/>
          </p15:clr>
        </p15:guide>
        <p15:guide id="21" pos="3840">
          <p15:clr>
            <a:srgbClr val="F26B43"/>
          </p15:clr>
        </p15:guide>
        <p15:guide id="22" pos="7423" userDrawn="1">
          <p15:clr>
            <a:srgbClr val="F26B43"/>
          </p15:clr>
        </p15:guide>
        <p15:guide id="23" orient="horz" pos="255" userDrawn="1">
          <p15:clr>
            <a:srgbClr val="F26B43"/>
          </p15:clr>
        </p15:guide>
        <p15:guide id="24" orient="horz" pos="1026">
          <p15:clr>
            <a:srgbClr val="F26B43"/>
          </p15:clr>
        </p15:guide>
        <p15:guide id="26" orient="horz" pos="4065" userDrawn="1">
          <p15:clr>
            <a:srgbClr val="F26B43"/>
          </p15:clr>
        </p15:guide>
        <p15:guide id="27" orient="horz" pos="89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pic>
        <p:nvPicPr>
          <p:cNvPr id="7" name="Espace réservé pour une image  6">
            <a:extLst>
              <a:ext uri="{FF2B5EF4-FFF2-40B4-BE49-F238E27FC236}">
                <a16:creationId xmlns:a16="http://schemas.microsoft.com/office/drawing/2014/main" id="{497633BC-92E6-C737-74EC-017101932415}"/>
              </a:ext>
              <a:ext uri="{C183D7F6-B498-43B3-948B-1728B52AA6E4}">
                <adec:decorative xmlns:adec="http://schemas.microsoft.com/office/drawing/2017/decorative" val="1"/>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pic>
        <p:nvPicPr>
          <p:cNvPr id="8" name="Picture 6">
            <a:extLst>
              <a:ext uri="{FF2B5EF4-FFF2-40B4-BE49-F238E27FC236}">
                <a16:creationId xmlns:a16="http://schemas.microsoft.com/office/drawing/2014/main" id="{3D3E577F-7ECC-2153-6230-29AD123D9513}"/>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85120" y="1693866"/>
            <a:ext cx="11475731" cy="4464496"/>
          </a:xfrm>
          <a:prstGeom prst="rect">
            <a:avLst/>
          </a:prstGeom>
        </p:spPr>
      </p:pic>
      <p:sp>
        <p:nvSpPr>
          <p:cNvPr id="5" name="Titre 4">
            <a:extLst>
              <a:ext uri="{FF2B5EF4-FFF2-40B4-BE49-F238E27FC236}">
                <a16:creationId xmlns:a16="http://schemas.microsoft.com/office/drawing/2014/main" id="{FAE954B6-8278-83A6-4799-0246740EC7B8}"/>
              </a:ext>
            </a:extLst>
          </p:cNvPr>
          <p:cNvSpPr>
            <a:spLocks noGrp="1"/>
          </p:cNvSpPr>
          <p:nvPr>
            <p:ph type="ctrTitle"/>
          </p:nvPr>
        </p:nvSpPr>
        <p:spPr/>
        <p:txBody>
          <a:bodyPr/>
          <a:lstStyle/>
          <a:p>
            <a:r>
              <a:rPr lang="en-US" dirty="0"/>
              <a:t>Conditionals - If</a:t>
            </a:r>
          </a:p>
        </p:txBody>
      </p:sp>
      <p:sp>
        <p:nvSpPr>
          <p:cNvPr id="4" name="Sous-titre 3">
            <a:extLst>
              <a:ext uri="{FF2B5EF4-FFF2-40B4-BE49-F238E27FC236}">
                <a16:creationId xmlns:a16="http://schemas.microsoft.com/office/drawing/2014/main" id="{39685558-8775-30DA-47C7-36B131525FBE}"/>
              </a:ext>
            </a:extLst>
          </p:cNvPr>
          <p:cNvSpPr>
            <a:spLocks noGrp="1"/>
          </p:cNvSpPr>
          <p:nvPr>
            <p:ph type="subTitle" idx="1"/>
          </p:nvPr>
        </p:nvSpPr>
        <p:spPr/>
        <p:txBody>
          <a:bodyPr/>
          <a:lstStyle/>
          <a:p>
            <a:r>
              <a:rPr lang="en-US" dirty="0"/>
              <a:t>Using if, else if, and else</a:t>
            </a:r>
          </a:p>
        </p:txBody>
      </p:sp>
      <p:sp>
        <p:nvSpPr>
          <p:cNvPr id="2" name="ZoneTexte 1">
            <a:extLst>
              <a:ext uri="{FF2B5EF4-FFF2-40B4-BE49-F238E27FC236}">
                <a16:creationId xmlns:a16="http://schemas.microsoft.com/office/drawing/2014/main" id="{A1B014BB-00A7-4659-9604-F6CD89C77741}"/>
              </a:ext>
            </a:extLst>
          </p:cNvPr>
          <p:cNvSpPr txBox="1"/>
          <p:nvPr/>
        </p:nvSpPr>
        <p:spPr>
          <a:xfrm>
            <a:off x="9696400" y="6237312"/>
            <a:ext cx="2330715" cy="248402"/>
          </a:xfrm>
          <a:prstGeom prst="rect">
            <a:avLst/>
          </a:prstGeom>
          <a:noFill/>
        </p:spPr>
        <p:txBody>
          <a:bodyPr vert="horz" wrap="square" lIns="90000" tIns="46800" rIns="90000" bIns="46800" rtlCol="0" anchor="ctr">
            <a:spAutoFit/>
          </a:bodyPr>
          <a:lstStyle/>
          <a:p>
            <a:pPr algn="r">
              <a:spcBef>
                <a:spcPct val="0"/>
              </a:spcBef>
            </a:pPr>
            <a:r>
              <a:rPr lang="en-US" sz="1000" dirty="0">
                <a:solidFill>
                  <a:schemeClr val="bg2">
                    <a:lumMod val="75000"/>
                  </a:schemeClr>
                </a:solidFill>
              </a:rPr>
              <a:t>Company confidential</a:t>
            </a:r>
          </a:p>
        </p:txBody>
      </p:sp>
      <p:pic>
        <p:nvPicPr>
          <p:cNvPr id="9" name="Image 8">
            <a:extLst>
              <a:ext uri="{FF2B5EF4-FFF2-40B4-BE49-F238E27FC236}">
                <a16:creationId xmlns:a16="http://schemas.microsoft.com/office/drawing/2014/main" id="{324BABE4-D794-45F8-90AF-66A30DF07D06}"/>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272464" y="6199513"/>
            <a:ext cx="323663" cy="324000"/>
          </a:xfrm>
          <a:prstGeom prst="rect">
            <a:avLst/>
          </a:prstGeom>
        </p:spPr>
      </p:pic>
    </p:spTree>
    <p:extLst>
      <p:ext uri="{BB962C8B-B14F-4D97-AF65-F5344CB8AC3E}">
        <p14:creationId xmlns:p14="http://schemas.microsoft.com/office/powerpoint/2010/main" val="2407834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9D246-902F-5A23-FA5B-45F04E5B4B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B01D7C-60FA-88C7-AA9A-1539FF07EC49}"/>
              </a:ext>
            </a:extLst>
          </p:cNvPr>
          <p:cNvSpPr>
            <a:spLocks noGrp="1"/>
          </p:cNvSpPr>
          <p:nvPr>
            <p:ph type="title"/>
          </p:nvPr>
        </p:nvSpPr>
        <p:spPr>
          <a:xfrm>
            <a:off x="414971" y="260350"/>
            <a:ext cx="11008413" cy="792163"/>
          </a:xfrm>
        </p:spPr>
        <p:txBody>
          <a:bodyPr/>
          <a:lstStyle/>
          <a:p>
            <a:r>
              <a:rPr lang="en-US" dirty="0"/>
              <a:t>What is an If?</a:t>
            </a:r>
          </a:p>
        </p:txBody>
      </p:sp>
      <p:sp>
        <p:nvSpPr>
          <p:cNvPr id="3" name="Espace réservé du texte 2">
            <a:extLst>
              <a:ext uri="{FF2B5EF4-FFF2-40B4-BE49-F238E27FC236}">
                <a16:creationId xmlns:a16="http://schemas.microsoft.com/office/drawing/2014/main" id="{891D4675-B14E-B820-FD95-278F6D7DE913}"/>
              </a:ext>
            </a:extLst>
          </p:cNvPr>
          <p:cNvSpPr>
            <a:spLocks noGrp="1"/>
          </p:cNvSpPr>
          <p:nvPr>
            <p:ph type="body" sz="quarter" idx="12"/>
          </p:nvPr>
        </p:nvSpPr>
        <p:spPr>
          <a:xfrm>
            <a:off x="414971" y="1831424"/>
            <a:ext cx="11448651" cy="1117600"/>
          </a:xfrm>
        </p:spPr>
        <p:txBody>
          <a:bodyPr/>
          <a:lstStyle/>
          <a:p>
            <a:r>
              <a:rPr lang="en-US" dirty="0"/>
              <a:t>If</a:t>
            </a:r>
          </a:p>
          <a:p>
            <a:endParaRPr lang="en-US" dirty="0"/>
          </a:p>
          <a:p>
            <a:r>
              <a:rPr lang="en-US" dirty="0">
                <a:solidFill>
                  <a:schemeClr val="tx1"/>
                </a:solidFill>
              </a:rPr>
              <a:t>An if statement is a fundamental concept in programming used to make decisions in code. It allows a program to execute certain blocks of code only if a specified condition is true.</a:t>
            </a:r>
          </a:p>
          <a:p>
            <a:endParaRPr lang="en-US" dirty="0"/>
          </a:p>
          <a:p>
            <a:endParaRPr lang="en-US" dirty="0"/>
          </a:p>
        </p:txBody>
      </p:sp>
      <p:pic>
        <p:nvPicPr>
          <p:cNvPr id="11" name="Picture 10">
            <a:extLst>
              <a:ext uri="{FF2B5EF4-FFF2-40B4-BE49-F238E27FC236}">
                <a16:creationId xmlns:a16="http://schemas.microsoft.com/office/drawing/2014/main" id="{4DF67A37-D3CC-E214-E26B-3EBB6FB7027B}"/>
              </a:ext>
            </a:extLst>
          </p:cNvPr>
          <p:cNvPicPr>
            <a:picLocks noChangeAspect="1"/>
          </p:cNvPicPr>
          <p:nvPr/>
        </p:nvPicPr>
        <p:blipFill>
          <a:blip r:embed="rId3"/>
          <a:stretch>
            <a:fillRect/>
          </a:stretch>
        </p:blipFill>
        <p:spPr>
          <a:xfrm>
            <a:off x="4076700" y="3350177"/>
            <a:ext cx="4038600" cy="1117600"/>
          </a:xfrm>
          <a:prstGeom prst="rect">
            <a:avLst/>
          </a:prstGeom>
        </p:spPr>
      </p:pic>
    </p:spTree>
    <p:extLst>
      <p:ext uri="{BB962C8B-B14F-4D97-AF65-F5344CB8AC3E}">
        <p14:creationId xmlns:p14="http://schemas.microsoft.com/office/powerpoint/2010/main" val="3686945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15C21-6A22-DD29-D045-59387A7491E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1661AA2-A8C9-F220-ECC6-A8C74829C4BC}"/>
              </a:ext>
            </a:extLst>
          </p:cNvPr>
          <p:cNvSpPr>
            <a:spLocks noGrp="1"/>
          </p:cNvSpPr>
          <p:nvPr>
            <p:ph type="title"/>
          </p:nvPr>
        </p:nvSpPr>
        <p:spPr>
          <a:xfrm>
            <a:off x="414971" y="260350"/>
            <a:ext cx="11008413" cy="792163"/>
          </a:xfrm>
        </p:spPr>
        <p:txBody>
          <a:bodyPr/>
          <a:lstStyle/>
          <a:p>
            <a:r>
              <a:rPr lang="en-US" dirty="0"/>
              <a:t>What is an If?</a:t>
            </a:r>
          </a:p>
        </p:txBody>
      </p:sp>
      <p:pic>
        <p:nvPicPr>
          <p:cNvPr id="11" name="Picture 10">
            <a:extLst>
              <a:ext uri="{FF2B5EF4-FFF2-40B4-BE49-F238E27FC236}">
                <a16:creationId xmlns:a16="http://schemas.microsoft.com/office/drawing/2014/main" id="{0D587683-49D9-160E-174E-36F98D9ACCF9}"/>
              </a:ext>
            </a:extLst>
          </p:cNvPr>
          <p:cNvPicPr>
            <a:picLocks noChangeAspect="1"/>
          </p:cNvPicPr>
          <p:nvPr/>
        </p:nvPicPr>
        <p:blipFill>
          <a:blip r:embed="rId3"/>
          <a:stretch>
            <a:fillRect/>
          </a:stretch>
        </p:blipFill>
        <p:spPr>
          <a:xfrm>
            <a:off x="4076700" y="2949024"/>
            <a:ext cx="4038600" cy="1117600"/>
          </a:xfrm>
          <a:prstGeom prst="rect">
            <a:avLst/>
          </a:prstGeom>
        </p:spPr>
      </p:pic>
      <p:sp>
        <p:nvSpPr>
          <p:cNvPr id="4" name="TextBox 3">
            <a:extLst>
              <a:ext uri="{FF2B5EF4-FFF2-40B4-BE49-F238E27FC236}">
                <a16:creationId xmlns:a16="http://schemas.microsoft.com/office/drawing/2014/main" id="{3E41EED4-4301-A82C-B9F4-8E1F27BF3753}"/>
              </a:ext>
            </a:extLst>
          </p:cNvPr>
          <p:cNvSpPr txBox="1"/>
          <p:nvPr/>
        </p:nvSpPr>
        <p:spPr>
          <a:xfrm>
            <a:off x="2273233" y="2245932"/>
            <a:ext cx="898749"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Keyword</a:t>
            </a:r>
          </a:p>
        </p:txBody>
      </p:sp>
      <p:sp>
        <p:nvSpPr>
          <p:cNvPr id="5" name="TextBox 4">
            <a:extLst>
              <a:ext uri="{FF2B5EF4-FFF2-40B4-BE49-F238E27FC236}">
                <a16:creationId xmlns:a16="http://schemas.microsoft.com/office/drawing/2014/main" id="{09343179-4F61-0DC2-8DFB-4757C622949F}"/>
              </a:ext>
            </a:extLst>
          </p:cNvPr>
          <p:cNvSpPr txBox="1"/>
          <p:nvPr/>
        </p:nvSpPr>
        <p:spPr>
          <a:xfrm>
            <a:off x="4871864" y="2245932"/>
            <a:ext cx="855019"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Boolean</a:t>
            </a:r>
          </a:p>
        </p:txBody>
      </p:sp>
      <p:sp>
        <p:nvSpPr>
          <p:cNvPr id="6" name="TextBox 5">
            <a:extLst>
              <a:ext uri="{FF2B5EF4-FFF2-40B4-BE49-F238E27FC236}">
                <a16:creationId xmlns:a16="http://schemas.microsoft.com/office/drawing/2014/main" id="{B467F6F0-A059-951B-3930-4F4BBAE03018}"/>
              </a:ext>
            </a:extLst>
          </p:cNvPr>
          <p:cNvSpPr txBox="1"/>
          <p:nvPr/>
        </p:nvSpPr>
        <p:spPr>
          <a:xfrm>
            <a:off x="9336360" y="3274021"/>
            <a:ext cx="706838"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Action</a:t>
            </a:r>
          </a:p>
        </p:txBody>
      </p:sp>
      <p:cxnSp>
        <p:nvCxnSpPr>
          <p:cNvPr id="8" name="Straight Arrow Connector 7">
            <a:extLst>
              <a:ext uri="{FF2B5EF4-FFF2-40B4-BE49-F238E27FC236}">
                <a16:creationId xmlns:a16="http://schemas.microsoft.com/office/drawing/2014/main" id="{168CC7D0-12FC-763C-AB3E-F6C3960DD033}"/>
              </a:ext>
            </a:extLst>
          </p:cNvPr>
          <p:cNvCxnSpPr>
            <a:stCxn id="4" idx="3"/>
          </p:cNvCxnSpPr>
          <p:nvPr/>
        </p:nvCxnSpPr>
        <p:spPr>
          <a:xfrm>
            <a:off x="3171982" y="2400911"/>
            <a:ext cx="1339842" cy="74005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E0D5247C-B129-0DFE-44D1-0FE7BFB352B6}"/>
              </a:ext>
            </a:extLst>
          </p:cNvPr>
          <p:cNvCxnSpPr>
            <a:cxnSpLocks/>
            <a:stCxn id="5" idx="2"/>
          </p:cNvCxnSpPr>
          <p:nvPr/>
        </p:nvCxnSpPr>
        <p:spPr>
          <a:xfrm>
            <a:off x="5299374" y="2555890"/>
            <a:ext cx="0" cy="434029"/>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79DB5821-03DC-13A6-437B-B7676CFCBC22}"/>
              </a:ext>
            </a:extLst>
          </p:cNvPr>
          <p:cNvCxnSpPr>
            <a:stCxn id="6" idx="1"/>
          </p:cNvCxnSpPr>
          <p:nvPr/>
        </p:nvCxnSpPr>
        <p:spPr>
          <a:xfrm flipH="1">
            <a:off x="7896200" y="3429000"/>
            <a:ext cx="1440160"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47856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88545-529A-CB59-7711-3D9380D75CA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450495E-1F5F-80E4-FA12-E3DAA45389DB}"/>
              </a:ext>
            </a:extLst>
          </p:cNvPr>
          <p:cNvPicPr>
            <a:picLocks noChangeAspect="1"/>
          </p:cNvPicPr>
          <p:nvPr/>
        </p:nvPicPr>
        <p:blipFill>
          <a:blip r:embed="rId3"/>
          <a:stretch>
            <a:fillRect/>
          </a:stretch>
        </p:blipFill>
        <p:spPr>
          <a:xfrm>
            <a:off x="3168344" y="2614353"/>
            <a:ext cx="5702300" cy="2959100"/>
          </a:xfrm>
          <a:prstGeom prst="rect">
            <a:avLst/>
          </a:prstGeom>
        </p:spPr>
      </p:pic>
      <p:sp>
        <p:nvSpPr>
          <p:cNvPr id="2" name="Titre 1">
            <a:extLst>
              <a:ext uri="{FF2B5EF4-FFF2-40B4-BE49-F238E27FC236}">
                <a16:creationId xmlns:a16="http://schemas.microsoft.com/office/drawing/2014/main" id="{C36CC826-D173-B79C-CC77-774711901B47}"/>
              </a:ext>
            </a:extLst>
          </p:cNvPr>
          <p:cNvSpPr>
            <a:spLocks noGrp="1"/>
          </p:cNvSpPr>
          <p:nvPr>
            <p:ph type="title"/>
          </p:nvPr>
        </p:nvSpPr>
        <p:spPr>
          <a:xfrm>
            <a:off x="414971" y="260350"/>
            <a:ext cx="11008413" cy="792163"/>
          </a:xfrm>
        </p:spPr>
        <p:txBody>
          <a:bodyPr/>
          <a:lstStyle/>
          <a:p>
            <a:r>
              <a:rPr lang="en-US" dirty="0"/>
              <a:t>What is an If?</a:t>
            </a:r>
          </a:p>
        </p:txBody>
      </p:sp>
      <p:sp>
        <p:nvSpPr>
          <p:cNvPr id="4" name="TextBox 3">
            <a:extLst>
              <a:ext uri="{FF2B5EF4-FFF2-40B4-BE49-F238E27FC236}">
                <a16:creationId xmlns:a16="http://schemas.microsoft.com/office/drawing/2014/main" id="{9E219952-23AD-E61F-82D3-F9B5EDEF3A45}"/>
              </a:ext>
            </a:extLst>
          </p:cNvPr>
          <p:cNvSpPr txBox="1"/>
          <p:nvPr/>
        </p:nvSpPr>
        <p:spPr>
          <a:xfrm>
            <a:off x="1699427" y="3281720"/>
            <a:ext cx="898749"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Keyword</a:t>
            </a:r>
          </a:p>
        </p:txBody>
      </p:sp>
      <p:sp>
        <p:nvSpPr>
          <p:cNvPr id="5" name="TextBox 4">
            <a:extLst>
              <a:ext uri="{FF2B5EF4-FFF2-40B4-BE49-F238E27FC236}">
                <a16:creationId xmlns:a16="http://schemas.microsoft.com/office/drawing/2014/main" id="{C168FC89-368F-E118-EC78-D53DF6B74A82}"/>
              </a:ext>
            </a:extLst>
          </p:cNvPr>
          <p:cNvSpPr txBox="1"/>
          <p:nvPr/>
        </p:nvSpPr>
        <p:spPr>
          <a:xfrm>
            <a:off x="6251927" y="2062804"/>
            <a:ext cx="855019"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Boolean</a:t>
            </a:r>
          </a:p>
        </p:txBody>
      </p:sp>
      <p:sp>
        <p:nvSpPr>
          <p:cNvPr id="6" name="TextBox 5">
            <a:extLst>
              <a:ext uri="{FF2B5EF4-FFF2-40B4-BE49-F238E27FC236}">
                <a16:creationId xmlns:a16="http://schemas.microsoft.com/office/drawing/2014/main" id="{7FD47E77-1DB6-4EF6-25F6-D6BF7E56A93D}"/>
              </a:ext>
            </a:extLst>
          </p:cNvPr>
          <p:cNvSpPr txBox="1"/>
          <p:nvPr/>
        </p:nvSpPr>
        <p:spPr>
          <a:xfrm>
            <a:off x="9264352" y="4437112"/>
            <a:ext cx="706838"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Action</a:t>
            </a:r>
          </a:p>
        </p:txBody>
      </p:sp>
      <p:cxnSp>
        <p:nvCxnSpPr>
          <p:cNvPr id="8" name="Straight Arrow Connector 7">
            <a:extLst>
              <a:ext uri="{FF2B5EF4-FFF2-40B4-BE49-F238E27FC236}">
                <a16:creationId xmlns:a16="http://schemas.microsoft.com/office/drawing/2014/main" id="{ED59B1B7-34C4-5573-016C-8572CE447425}"/>
              </a:ext>
            </a:extLst>
          </p:cNvPr>
          <p:cNvCxnSpPr>
            <a:cxnSpLocks/>
            <a:stCxn id="4" idx="3"/>
          </p:cNvCxnSpPr>
          <p:nvPr/>
        </p:nvCxnSpPr>
        <p:spPr>
          <a:xfrm>
            <a:off x="2598176" y="3436699"/>
            <a:ext cx="1481600" cy="85639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AFB071C0-9911-8901-156A-D72E72B00D38}"/>
              </a:ext>
            </a:extLst>
          </p:cNvPr>
          <p:cNvCxnSpPr>
            <a:cxnSpLocks/>
            <a:stCxn id="5" idx="2"/>
          </p:cNvCxnSpPr>
          <p:nvPr/>
        </p:nvCxnSpPr>
        <p:spPr>
          <a:xfrm flipH="1">
            <a:off x="4799856" y="2372762"/>
            <a:ext cx="1879581" cy="192033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910B0BE5-2500-5AC8-82F0-176019ECF80D}"/>
              </a:ext>
            </a:extLst>
          </p:cNvPr>
          <p:cNvCxnSpPr>
            <a:stCxn id="6" idx="1"/>
          </p:cNvCxnSpPr>
          <p:nvPr/>
        </p:nvCxnSpPr>
        <p:spPr>
          <a:xfrm flipH="1">
            <a:off x="7824192" y="4592091"/>
            <a:ext cx="1440160"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6" name="Text Placeholder 15">
            <a:extLst>
              <a:ext uri="{FF2B5EF4-FFF2-40B4-BE49-F238E27FC236}">
                <a16:creationId xmlns:a16="http://schemas.microsoft.com/office/drawing/2014/main" id="{AC550742-0E84-3D7A-B890-E7FB1418E373}"/>
              </a:ext>
            </a:extLst>
          </p:cNvPr>
          <p:cNvSpPr>
            <a:spLocks noGrp="1"/>
          </p:cNvSpPr>
          <p:nvPr>
            <p:ph type="body" sz="quarter" idx="12"/>
          </p:nvPr>
        </p:nvSpPr>
        <p:spPr/>
        <p:txBody>
          <a:bodyPr/>
          <a:lstStyle/>
          <a:p>
            <a:r>
              <a:rPr lang="en-US" dirty="0"/>
              <a:t>Real example</a:t>
            </a:r>
          </a:p>
        </p:txBody>
      </p:sp>
    </p:spTree>
    <p:extLst>
      <p:ext uri="{BB962C8B-B14F-4D97-AF65-F5344CB8AC3E}">
        <p14:creationId xmlns:p14="http://schemas.microsoft.com/office/powerpoint/2010/main" val="219570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8B501-2780-F858-C57A-26288BFF710E}"/>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6C07F78-DC70-5EA3-79C3-8ADE11453DDF}"/>
              </a:ext>
            </a:extLst>
          </p:cNvPr>
          <p:cNvSpPr>
            <a:spLocks noGrp="1"/>
          </p:cNvSpPr>
          <p:nvPr>
            <p:ph type="title" idx="4294967295"/>
          </p:nvPr>
        </p:nvSpPr>
        <p:spPr>
          <a:xfrm>
            <a:off x="427038" y="2874208"/>
            <a:ext cx="11356975" cy="1107996"/>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0" b="0" i="0" u="none" strike="noStrike" kern="1200" cap="none" spc="0" normalizeH="0" baseline="0" noProof="0" dirty="0">
                <a:ln>
                  <a:noFill/>
                </a:ln>
                <a:solidFill>
                  <a:schemeClr val="bg1"/>
                </a:solidFill>
                <a:effectLst/>
                <a:uLnTx/>
                <a:uFillTx/>
                <a:latin typeface="+mj-lt"/>
                <a:ea typeface="+mn-ea"/>
                <a:cs typeface="+mn-cs"/>
              </a:rPr>
              <a:t>Else &amp; Else If</a:t>
            </a:r>
          </a:p>
        </p:txBody>
      </p:sp>
      <p:sp>
        <p:nvSpPr>
          <p:cNvPr id="3" name="ZoneTexte 2">
            <a:extLst>
              <a:ext uri="{FF2B5EF4-FFF2-40B4-BE49-F238E27FC236}">
                <a16:creationId xmlns:a16="http://schemas.microsoft.com/office/drawing/2014/main" id="{190B5E7C-E509-BFFC-8BBC-D42AD0A93DA0}"/>
              </a:ext>
            </a:extLst>
          </p:cNvPr>
          <p:cNvSpPr txBox="1"/>
          <p:nvPr/>
        </p:nvSpPr>
        <p:spPr>
          <a:xfrm>
            <a:off x="9696400" y="6237312"/>
            <a:ext cx="2330715" cy="248402"/>
          </a:xfrm>
          <a:prstGeom prst="rect">
            <a:avLst/>
          </a:prstGeom>
          <a:noFill/>
        </p:spPr>
        <p:txBody>
          <a:bodyPr vert="horz" wrap="square" lIns="90000" tIns="46800" rIns="90000" bIns="46800" rtlCol="0" anchor="ctr">
            <a:spAutoFit/>
          </a:bodyPr>
          <a:lstStyle/>
          <a:p>
            <a:pPr algn="r">
              <a:spcBef>
                <a:spcPct val="0"/>
              </a:spcBef>
            </a:pPr>
            <a:r>
              <a:rPr lang="en-US" sz="1000" dirty="0">
                <a:solidFill>
                  <a:schemeClr val="bg2">
                    <a:lumMod val="75000"/>
                  </a:schemeClr>
                </a:solidFill>
              </a:rPr>
              <a:t>Company confidential</a:t>
            </a:r>
          </a:p>
        </p:txBody>
      </p:sp>
      <p:pic>
        <p:nvPicPr>
          <p:cNvPr id="12" name="Image 11">
            <a:extLst>
              <a:ext uri="{FF2B5EF4-FFF2-40B4-BE49-F238E27FC236}">
                <a16:creationId xmlns:a16="http://schemas.microsoft.com/office/drawing/2014/main" id="{2A685628-CC71-E14F-0E8D-AA90262D17A8}"/>
              </a:ex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447928" y="836712"/>
            <a:ext cx="7729744" cy="6403861"/>
          </a:xfrm>
          <a:prstGeom prst="rect">
            <a:avLst/>
          </a:prstGeom>
        </p:spPr>
      </p:pic>
    </p:spTree>
    <p:extLst>
      <p:ext uri="{BB962C8B-B14F-4D97-AF65-F5344CB8AC3E}">
        <p14:creationId xmlns:p14="http://schemas.microsoft.com/office/powerpoint/2010/main" val="2426909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5193B-F367-AD90-402A-A2E42E4DD9B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D5094BE-D26A-3EA7-D4F8-88DCC6DE83B1}"/>
              </a:ext>
            </a:extLst>
          </p:cNvPr>
          <p:cNvPicPr>
            <a:picLocks noChangeAspect="1"/>
          </p:cNvPicPr>
          <p:nvPr/>
        </p:nvPicPr>
        <p:blipFill>
          <a:blip r:embed="rId3"/>
          <a:stretch>
            <a:fillRect/>
          </a:stretch>
        </p:blipFill>
        <p:spPr>
          <a:xfrm>
            <a:off x="3152738" y="2245932"/>
            <a:ext cx="5486400" cy="3784600"/>
          </a:xfrm>
          <a:prstGeom prst="rect">
            <a:avLst/>
          </a:prstGeom>
        </p:spPr>
      </p:pic>
      <p:sp>
        <p:nvSpPr>
          <p:cNvPr id="2" name="Titre 1">
            <a:extLst>
              <a:ext uri="{FF2B5EF4-FFF2-40B4-BE49-F238E27FC236}">
                <a16:creationId xmlns:a16="http://schemas.microsoft.com/office/drawing/2014/main" id="{5C9113D7-2F64-A489-00F2-25F490C1E6FF}"/>
              </a:ext>
            </a:extLst>
          </p:cNvPr>
          <p:cNvSpPr>
            <a:spLocks noGrp="1"/>
          </p:cNvSpPr>
          <p:nvPr>
            <p:ph type="title"/>
          </p:nvPr>
        </p:nvSpPr>
        <p:spPr>
          <a:xfrm>
            <a:off x="414971" y="260350"/>
            <a:ext cx="11008413" cy="792163"/>
          </a:xfrm>
        </p:spPr>
        <p:txBody>
          <a:bodyPr/>
          <a:lstStyle/>
          <a:p>
            <a:r>
              <a:rPr lang="en-US" dirty="0"/>
              <a:t>What is an Else?</a:t>
            </a:r>
          </a:p>
        </p:txBody>
      </p:sp>
      <p:sp>
        <p:nvSpPr>
          <p:cNvPr id="3" name="Espace réservé du texte 2">
            <a:extLst>
              <a:ext uri="{FF2B5EF4-FFF2-40B4-BE49-F238E27FC236}">
                <a16:creationId xmlns:a16="http://schemas.microsoft.com/office/drawing/2014/main" id="{A8864CDA-FBEF-5224-5232-1F90467BDCE1}"/>
              </a:ext>
            </a:extLst>
          </p:cNvPr>
          <p:cNvSpPr>
            <a:spLocks noGrp="1"/>
          </p:cNvSpPr>
          <p:nvPr>
            <p:ph type="body" sz="quarter" idx="12"/>
          </p:nvPr>
        </p:nvSpPr>
        <p:spPr>
          <a:xfrm>
            <a:off x="407989" y="1628775"/>
            <a:ext cx="5532086" cy="743987"/>
          </a:xfrm>
        </p:spPr>
        <p:txBody>
          <a:bodyPr/>
          <a:lstStyle/>
          <a:p>
            <a:r>
              <a:rPr lang="en-US" dirty="0"/>
              <a:t>Else &amp; Else If</a:t>
            </a:r>
          </a:p>
        </p:txBody>
      </p:sp>
      <p:sp>
        <p:nvSpPr>
          <p:cNvPr id="4" name="TextBox 3">
            <a:extLst>
              <a:ext uri="{FF2B5EF4-FFF2-40B4-BE49-F238E27FC236}">
                <a16:creationId xmlns:a16="http://schemas.microsoft.com/office/drawing/2014/main" id="{673B451E-FFA5-6986-3446-FEEE9A2400A6}"/>
              </a:ext>
            </a:extLst>
          </p:cNvPr>
          <p:cNvSpPr txBox="1"/>
          <p:nvPr/>
        </p:nvSpPr>
        <p:spPr>
          <a:xfrm>
            <a:off x="1874905" y="2870638"/>
            <a:ext cx="898749"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Keyword</a:t>
            </a:r>
          </a:p>
        </p:txBody>
      </p:sp>
      <p:sp>
        <p:nvSpPr>
          <p:cNvPr id="5" name="TextBox 4">
            <a:extLst>
              <a:ext uri="{FF2B5EF4-FFF2-40B4-BE49-F238E27FC236}">
                <a16:creationId xmlns:a16="http://schemas.microsoft.com/office/drawing/2014/main" id="{DB5CCF23-BF22-1083-24C7-D1FD303AE3BD}"/>
              </a:ext>
            </a:extLst>
          </p:cNvPr>
          <p:cNvSpPr txBox="1"/>
          <p:nvPr/>
        </p:nvSpPr>
        <p:spPr>
          <a:xfrm>
            <a:off x="4799856" y="1647843"/>
            <a:ext cx="855019"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Boolean</a:t>
            </a:r>
          </a:p>
        </p:txBody>
      </p:sp>
      <p:sp>
        <p:nvSpPr>
          <p:cNvPr id="6" name="TextBox 5">
            <a:extLst>
              <a:ext uri="{FF2B5EF4-FFF2-40B4-BE49-F238E27FC236}">
                <a16:creationId xmlns:a16="http://schemas.microsoft.com/office/drawing/2014/main" id="{B74916A9-E93E-ACD7-05FB-B175953A189A}"/>
              </a:ext>
            </a:extLst>
          </p:cNvPr>
          <p:cNvSpPr txBox="1"/>
          <p:nvPr/>
        </p:nvSpPr>
        <p:spPr>
          <a:xfrm>
            <a:off x="9347884" y="4434415"/>
            <a:ext cx="706838" cy="309958"/>
          </a:xfrm>
          <a:prstGeom prst="rect">
            <a:avLst/>
          </a:prstGeom>
          <a:noFill/>
          <a:ln w="38100">
            <a:solidFill>
              <a:schemeClr val="accent2"/>
            </a:solidFill>
          </a:ln>
        </p:spPr>
        <p:txBody>
          <a:bodyPr vert="horz" wrap="square" lIns="90000" tIns="46800" rIns="90000" bIns="46800" rtlCol="0" anchor="ctr">
            <a:spAutoFit/>
          </a:bodyPr>
          <a:lstStyle/>
          <a:p>
            <a:pPr algn="l">
              <a:spcBef>
                <a:spcPct val="0"/>
              </a:spcBef>
            </a:pPr>
            <a:r>
              <a:rPr lang="en-GB" sz="1400" dirty="0"/>
              <a:t>Action</a:t>
            </a:r>
          </a:p>
        </p:txBody>
      </p:sp>
      <p:cxnSp>
        <p:nvCxnSpPr>
          <p:cNvPr id="8" name="Straight Arrow Connector 7">
            <a:extLst>
              <a:ext uri="{FF2B5EF4-FFF2-40B4-BE49-F238E27FC236}">
                <a16:creationId xmlns:a16="http://schemas.microsoft.com/office/drawing/2014/main" id="{F6DB7BBC-1463-82CF-8175-A8BAC67D6456}"/>
              </a:ext>
            </a:extLst>
          </p:cNvPr>
          <p:cNvCxnSpPr>
            <a:stCxn id="4" idx="3"/>
          </p:cNvCxnSpPr>
          <p:nvPr/>
        </p:nvCxnSpPr>
        <p:spPr>
          <a:xfrm>
            <a:off x="2773654" y="3025617"/>
            <a:ext cx="1339842" cy="74005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5F26A0E1-1230-7019-B0A9-567D38789D98}"/>
              </a:ext>
            </a:extLst>
          </p:cNvPr>
          <p:cNvCxnSpPr>
            <a:cxnSpLocks/>
            <a:stCxn id="5" idx="2"/>
          </p:cNvCxnSpPr>
          <p:nvPr/>
        </p:nvCxnSpPr>
        <p:spPr>
          <a:xfrm>
            <a:off x="5227366" y="1957801"/>
            <a:ext cx="0" cy="175923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BA86F837-4347-A2EC-D6FA-BA0401A3A57F}"/>
              </a:ext>
            </a:extLst>
          </p:cNvPr>
          <p:cNvCxnSpPr>
            <a:cxnSpLocks/>
            <a:stCxn id="6" idx="1"/>
          </p:cNvCxnSpPr>
          <p:nvPr/>
        </p:nvCxnSpPr>
        <p:spPr>
          <a:xfrm flipH="1">
            <a:off x="6870134" y="4589394"/>
            <a:ext cx="2477750"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CC6B403F-1AC5-5F43-848C-36888F4C5A58}"/>
              </a:ext>
            </a:extLst>
          </p:cNvPr>
          <p:cNvSpPr txBox="1"/>
          <p:nvPr/>
        </p:nvSpPr>
        <p:spPr>
          <a:xfrm>
            <a:off x="1630470" y="4919267"/>
            <a:ext cx="898749"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Keyword</a:t>
            </a:r>
          </a:p>
        </p:txBody>
      </p:sp>
      <p:cxnSp>
        <p:nvCxnSpPr>
          <p:cNvPr id="13" name="Straight Arrow Connector 12">
            <a:extLst>
              <a:ext uri="{FF2B5EF4-FFF2-40B4-BE49-F238E27FC236}">
                <a16:creationId xmlns:a16="http://schemas.microsoft.com/office/drawing/2014/main" id="{8F9CDFC9-6505-CEC8-76EC-B9A822D0C56B}"/>
              </a:ext>
            </a:extLst>
          </p:cNvPr>
          <p:cNvCxnSpPr>
            <a:cxnSpLocks/>
            <a:stCxn id="12" idx="3"/>
          </p:cNvCxnSpPr>
          <p:nvPr/>
        </p:nvCxnSpPr>
        <p:spPr>
          <a:xfrm flipV="1">
            <a:off x="2529219" y="4437112"/>
            <a:ext cx="1910597" cy="63713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8" name="TextBox 17">
            <a:extLst>
              <a:ext uri="{FF2B5EF4-FFF2-40B4-BE49-F238E27FC236}">
                <a16:creationId xmlns:a16="http://schemas.microsoft.com/office/drawing/2014/main" id="{F889F067-F14F-97DA-EC30-B19CF2856258}"/>
              </a:ext>
            </a:extLst>
          </p:cNvPr>
          <p:cNvSpPr txBox="1"/>
          <p:nvPr/>
        </p:nvSpPr>
        <p:spPr>
          <a:xfrm>
            <a:off x="5380458" y="6299595"/>
            <a:ext cx="855019" cy="309958"/>
          </a:xfrm>
          <a:prstGeom prst="rect">
            <a:avLst/>
          </a:prstGeom>
          <a:noFill/>
          <a:ln w="38100">
            <a:solidFill>
              <a:schemeClr val="accent2"/>
            </a:solidFill>
          </a:ln>
        </p:spPr>
        <p:txBody>
          <a:bodyPr vert="horz" wrap="square" lIns="90000" tIns="46800" rIns="90000" bIns="46800" rtlCol="0" anchor="ctr">
            <a:spAutoFit/>
          </a:bodyPr>
          <a:lstStyle/>
          <a:p>
            <a:pPr algn="l">
              <a:spcBef>
                <a:spcPct val="0"/>
              </a:spcBef>
            </a:pPr>
            <a:r>
              <a:rPr lang="en-GB" sz="1400" dirty="0"/>
              <a:t>Boolean</a:t>
            </a:r>
          </a:p>
        </p:txBody>
      </p:sp>
      <p:cxnSp>
        <p:nvCxnSpPr>
          <p:cNvPr id="19" name="Straight Arrow Connector 18">
            <a:extLst>
              <a:ext uri="{FF2B5EF4-FFF2-40B4-BE49-F238E27FC236}">
                <a16:creationId xmlns:a16="http://schemas.microsoft.com/office/drawing/2014/main" id="{11D24FAF-52C6-C833-A92B-F86A74C7D3FB}"/>
              </a:ext>
            </a:extLst>
          </p:cNvPr>
          <p:cNvCxnSpPr>
            <a:cxnSpLocks/>
            <a:stCxn id="18" idx="0"/>
          </p:cNvCxnSpPr>
          <p:nvPr/>
        </p:nvCxnSpPr>
        <p:spPr>
          <a:xfrm flipV="1">
            <a:off x="5807968" y="4437112"/>
            <a:ext cx="0" cy="1862483"/>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5FDB8AC9-5CC5-B4C7-78EF-590C46B4D3B4}"/>
              </a:ext>
            </a:extLst>
          </p:cNvPr>
          <p:cNvCxnSpPr>
            <a:cxnSpLocks/>
            <a:stCxn id="6" idx="1"/>
          </p:cNvCxnSpPr>
          <p:nvPr/>
        </p:nvCxnSpPr>
        <p:spPr>
          <a:xfrm flipH="1" flipV="1">
            <a:off x="6870134" y="4077072"/>
            <a:ext cx="2477750" cy="512322"/>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17CF8AC7-864D-2184-C75C-C601D9BD3659}"/>
              </a:ext>
            </a:extLst>
          </p:cNvPr>
          <p:cNvCxnSpPr>
            <a:cxnSpLocks/>
            <a:stCxn id="6" idx="1"/>
          </p:cNvCxnSpPr>
          <p:nvPr/>
        </p:nvCxnSpPr>
        <p:spPr>
          <a:xfrm flipH="1">
            <a:off x="7176121" y="4589394"/>
            <a:ext cx="2171763" cy="512322"/>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55290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BF0EB-2B83-4B08-68BD-EF607E76C8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1B00FB-73DA-AC23-369A-22B66983CDE1}"/>
              </a:ext>
            </a:extLst>
          </p:cNvPr>
          <p:cNvSpPr>
            <a:spLocks noGrp="1"/>
          </p:cNvSpPr>
          <p:nvPr>
            <p:ph type="title"/>
          </p:nvPr>
        </p:nvSpPr>
        <p:spPr>
          <a:xfrm>
            <a:off x="414971" y="260350"/>
            <a:ext cx="11008413" cy="792163"/>
          </a:xfrm>
        </p:spPr>
        <p:txBody>
          <a:bodyPr/>
          <a:lstStyle/>
          <a:p>
            <a:r>
              <a:rPr lang="en-US" dirty="0"/>
              <a:t>Short Statement with if</a:t>
            </a:r>
          </a:p>
        </p:txBody>
      </p:sp>
      <p:sp>
        <p:nvSpPr>
          <p:cNvPr id="16" name="TextBox 15">
            <a:extLst>
              <a:ext uri="{FF2B5EF4-FFF2-40B4-BE49-F238E27FC236}">
                <a16:creationId xmlns:a16="http://schemas.microsoft.com/office/drawing/2014/main" id="{D4A60D86-CC05-C911-D2FD-C8198C014AF1}"/>
              </a:ext>
            </a:extLst>
          </p:cNvPr>
          <p:cNvSpPr txBox="1"/>
          <p:nvPr/>
        </p:nvSpPr>
        <p:spPr>
          <a:xfrm>
            <a:off x="263352" y="1268760"/>
            <a:ext cx="6098240" cy="646331"/>
          </a:xfrm>
          <a:prstGeom prst="rect">
            <a:avLst/>
          </a:prstGeom>
          <a:noFill/>
        </p:spPr>
        <p:txBody>
          <a:bodyPr wrap="square">
            <a:spAutoFit/>
          </a:bodyPr>
          <a:lstStyle/>
          <a:p>
            <a:pPr algn="l">
              <a:spcBef>
                <a:spcPts val="600"/>
              </a:spcBef>
              <a:spcAft>
                <a:spcPts val="300"/>
              </a:spcAft>
            </a:pPr>
            <a:r>
              <a:rPr lang="en-GB" b="0" i="0" dirty="0">
                <a:solidFill>
                  <a:srgbClr val="424242"/>
                </a:solidFill>
                <a:effectLst/>
                <a:latin typeface="Segoe Sans"/>
              </a:rPr>
              <a:t>Go allows a short statement before the condition, useful for initializing variables:</a:t>
            </a:r>
          </a:p>
        </p:txBody>
      </p:sp>
      <p:pic>
        <p:nvPicPr>
          <p:cNvPr id="22" name="Picture 21" descr="A black background with colorful text&#10;&#10;AI-generated content may be incorrect.">
            <a:extLst>
              <a:ext uri="{FF2B5EF4-FFF2-40B4-BE49-F238E27FC236}">
                <a16:creationId xmlns:a16="http://schemas.microsoft.com/office/drawing/2014/main" id="{603C6983-9490-98B0-8AA3-A135A6AEDBE8}"/>
              </a:ext>
            </a:extLst>
          </p:cNvPr>
          <p:cNvPicPr>
            <a:picLocks noChangeAspect="1"/>
          </p:cNvPicPr>
          <p:nvPr/>
        </p:nvPicPr>
        <p:blipFill>
          <a:blip r:embed="rId3"/>
          <a:stretch>
            <a:fillRect/>
          </a:stretch>
        </p:blipFill>
        <p:spPr>
          <a:xfrm>
            <a:off x="4439816" y="3573016"/>
            <a:ext cx="4102100" cy="1092200"/>
          </a:xfrm>
          <a:prstGeom prst="rect">
            <a:avLst/>
          </a:prstGeom>
        </p:spPr>
      </p:pic>
      <p:sp>
        <p:nvSpPr>
          <p:cNvPr id="23" name="TextBox 22">
            <a:extLst>
              <a:ext uri="{FF2B5EF4-FFF2-40B4-BE49-F238E27FC236}">
                <a16:creationId xmlns:a16="http://schemas.microsoft.com/office/drawing/2014/main" id="{D5A320B3-3AEB-9980-004E-6717F3E7A0C6}"/>
              </a:ext>
            </a:extLst>
          </p:cNvPr>
          <p:cNvSpPr txBox="1"/>
          <p:nvPr/>
        </p:nvSpPr>
        <p:spPr>
          <a:xfrm>
            <a:off x="5447928" y="2337959"/>
            <a:ext cx="1531294" cy="309958"/>
          </a:xfrm>
          <a:prstGeom prst="rect">
            <a:avLst/>
          </a:prstGeom>
          <a:noFill/>
          <a:ln w="38100">
            <a:solidFill>
              <a:schemeClr val="accent2"/>
            </a:solidFill>
          </a:ln>
        </p:spPr>
        <p:txBody>
          <a:bodyPr vert="horz" wrap="none" lIns="90000" tIns="46800" rIns="90000" bIns="46800" rtlCol="0" anchor="ctr">
            <a:spAutoFit/>
          </a:bodyPr>
          <a:lstStyle/>
          <a:p>
            <a:pPr algn="l">
              <a:spcBef>
                <a:spcPct val="0"/>
              </a:spcBef>
            </a:pPr>
            <a:r>
              <a:rPr lang="en-GB" sz="1400" dirty="0"/>
              <a:t>Short Statement</a:t>
            </a:r>
          </a:p>
        </p:txBody>
      </p:sp>
      <p:cxnSp>
        <p:nvCxnSpPr>
          <p:cNvPr id="24" name="Straight Arrow Connector 23">
            <a:extLst>
              <a:ext uri="{FF2B5EF4-FFF2-40B4-BE49-F238E27FC236}">
                <a16:creationId xmlns:a16="http://schemas.microsoft.com/office/drawing/2014/main" id="{C4540D13-B6F0-06F2-9BBC-6328B5BABDE8}"/>
              </a:ext>
            </a:extLst>
          </p:cNvPr>
          <p:cNvCxnSpPr>
            <a:cxnSpLocks/>
            <a:stCxn id="23" idx="2"/>
          </p:cNvCxnSpPr>
          <p:nvPr/>
        </p:nvCxnSpPr>
        <p:spPr>
          <a:xfrm flipH="1">
            <a:off x="5875438" y="2647917"/>
            <a:ext cx="338137" cy="925099"/>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07732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F46E6-1B3F-70AC-36AA-90E1B1AEE70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B901BFD0-1DA1-DFA5-74F3-6F599BD7C6EE}"/>
              </a:ext>
            </a:extLst>
          </p:cNvPr>
          <p:cNvSpPr>
            <a:spLocks noGrp="1"/>
          </p:cNvSpPr>
          <p:nvPr>
            <p:ph type="title" idx="4294967295"/>
          </p:nvPr>
        </p:nvSpPr>
        <p:spPr>
          <a:xfrm>
            <a:off x="414971" y="-963488"/>
            <a:ext cx="11008413" cy="792163"/>
          </a:xfrm>
        </p:spPr>
        <p:txBody>
          <a:bodyPr vert="horz" lIns="0" tIns="0" rIns="0" bIns="0" rtlCol="0" anchor="b" anchorCtr="0">
            <a:noAutofit/>
          </a:bodyPr>
          <a:lstStyle/>
          <a:p>
            <a:r>
              <a:rPr lang="en-US" dirty="0"/>
              <a:t>Get the future you want</a:t>
            </a:r>
          </a:p>
        </p:txBody>
      </p:sp>
      <p:sp>
        <p:nvSpPr>
          <p:cNvPr id="6" name="TextBox 5">
            <a:extLst>
              <a:ext uri="{FF2B5EF4-FFF2-40B4-BE49-F238E27FC236}">
                <a16:creationId xmlns:a16="http://schemas.microsoft.com/office/drawing/2014/main" id="{B14DC2B0-B3BA-607E-3AF7-43D635D294EE}"/>
              </a:ext>
            </a:extLst>
          </p:cNvPr>
          <p:cNvSpPr txBox="1"/>
          <p:nvPr/>
        </p:nvSpPr>
        <p:spPr>
          <a:xfrm>
            <a:off x="263352" y="2420888"/>
            <a:ext cx="11008412" cy="1323439"/>
          </a:xfrm>
          <a:prstGeom prst="rect">
            <a:avLst/>
          </a:prstGeom>
          <a:noFill/>
        </p:spPr>
        <p:txBody>
          <a:bodyPr wrap="square">
            <a:spAutoFit/>
          </a:bodyPr>
          <a:lstStyle/>
          <a:p>
            <a:r>
              <a:rPr kumimoji="0" lang="en-US" sz="8000" b="0" i="0" u="none" strike="noStrike" kern="1200" cap="none" spc="0" normalizeH="0" baseline="0" noProof="0" dirty="0">
                <a:ln>
                  <a:noFill/>
                </a:ln>
                <a:solidFill>
                  <a:schemeClr val="bg1"/>
                </a:solidFill>
                <a:effectLst/>
                <a:uLnTx/>
                <a:uFillTx/>
                <a:latin typeface="+mj-lt"/>
                <a:ea typeface="+mn-ea"/>
                <a:cs typeface="+mn-cs"/>
              </a:rPr>
              <a:t>Conditionals Quiz</a:t>
            </a:r>
            <a:endParaRPr lang="en-US" sz="8000" dirty="0"/>
          </a:p>
        </p:txBody>
      </p:sp>
    </p:spTree>
    <p:extLst>
      <p:ext uri="{BB962C8B-B14F-4D97-AF65-F5344CB8AC3E}">
        <p14:creationId xmlns:p14="http://schemas.microsoft.com/office/powerpoint/2010/main" val="37250772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99322-B015-CD73-7388-1EF292198DA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B15A271-EE28-237D-F84F-2E87B2BDD61B}"/>
              </a:ext>
            </a:extLst>
          </p:cNvPr>
          <p:cNvSpPr>
            <a:spLocks noGrp="1"/>
          </p:cNvSpPr>
          <p:nvPr>
            <p:ph type="title"/>
          </p:nvPr>
        </p:nvSpPr>
        <p:spPr>
          <a:xfrm>
            <a:off x="3215680" y="392570"/>
            <a:ext cx="11008413" cy="792163"/>
          </a:xfrm>
        </p:spPr>
        <p:txBody>
          <a:bodyPr/>
          <a:lstStyle/>
          <a:p>
            <a:r>
              <a:rPr lang="en-GB" dirty="0"/>
              <a:t>1. What will the following code print?</a:t>
            </a:r>
          </a:p>
        </p:txBody>
      </p:sp>
      <p:pic>
        <p:nvPicPr>
          <p:cNvPr id="4" name="Picture 3" descr="A black background with white text&#10;&#10;AI-generated content may be incorrect.">
            <a:extLst>
              <a:ext uri="{FF2B5EF4-FFF2-40B4-BE49-F238E27FC236}">
                <a16:creationId xmlns:a16="http://schemas.microsoft.com/office/drawing/2014/main" id="{AF47673E-9D71-4CA3-3026-C3A73B0DDCF1}"/>
              </a:ext>
            </a:extLst>
          </p:cNvPr>
          <p:cNvPicPr>
            <a:picLocks noChangeAspect="1"/>
          </p:cNvPicPr>
          <p:nvPr/>
        </p:nvPicPr>
        <p:blipFill>
          <a:blip r:embed="rId3"/>
          <a:stretch>
            <a:fillRect/>
          </a:stretch>
        </p:blipFill>
        <p:spPr>
          <a:xfrm>
            <a:off x="2423592" y="1513362"/>
            <a:ext cx="7772400" cy="2030852"/>
          </a:xfrm>
          <a:prstGeom prst="rect">
            <a:avLst/>
          </a:prstGeom>
        </p:spPr>
      </p:pic>
      <p:sp>
        <p:nvSpPr>
          <p:cNvPr id="5" name="TextBox 4">
            <a:extLst>
              <a:ext uri="{FF2B5EF4-FFF2-40B4-BE49-F238E27FC236}">
                <a16:creationId xmlns:a16="http://schemas.microsoft.com/office/drawing/2014/main" id="{17A52D21-3A11-7F4D-19BC-2FE7DC74FB71}"/>
              </a:ext>
            </a:extLst>
          </p:cNvPr>
          <p:cNvSpPr txBox="1"/>
          <p:nvPr/>
        </p:nvSpPr>
        <p:spPr>
          <a:xfrm>
            <a:off x="4079776" y="3872843"/>
            <a:ext cx="7772400" cy="2064284"/>
          </a:xfrm>
          <a:prstGeom prst="rect">
            <a:avLst/>
          </a:prstGeom>
          <a:noFill/>
        </p:spPr>
        <p:txBody>
          <a:bodyPr vert="horz" wrap="square" lIns="90000" tIns="46800" rIns="90000" bIns="46800" rtlCol="0" anchor="ctr">
            <a:spAutoFit/>
          </a:bodyPr>
          <a:lstStyle/>
          <a:p>
            <a:pPr marL="342900" indent="-342900" algn="l">
              <a:spcBef>
                <a:spcPct val="0"/>
              </a:spcBef>
              <a:buFont typeface="+mj-lt"/>
              <a:buAutoNum type="alphaLcParenR"/>
            </a:pPr>
            <a:r>
              <a:rPr lang="en-US" sz="3200" dirty="0"/>
              <a:t> 10 is greater than 5</a:t>
            </a:r>
          </a:p>
          <a:p>
            <a:pPr marL="342900" indent="-342900" algn="l">
              <a:spcBef>
                <a:spcPct val="0"/>
              </a:spcBef>
              <a:buFont typeface="+mj-lt"/>
              <a:buAutoNum type="alphaLcParenR"/>
            </a:pPr>
            <a:r>
              <a:rPr lang="en-US" sz="3200" dirty="0"/>
              <a:t> x is greater than 5</a:t>
            </a:r>
          </a:p>
          <a:p>
            <a:pPr marL="342900" indent="-342900" algn="l">
              <a:spcBef>
                <a:spcPct val="0"/>
              </a:spcBef>
              <a:buFont typeface="+mj-lt"/>
              <a:buAutoNum type="alphaLcParenR"/>
            </a:pPr>
            <a:r>
              <a:rPr lang="en-US" sz="3200" dirty="0"/>
              <a:t> 5 is greater than 5</a:t>
            </a:r>
          </a:p>
          <a:p>
            <a:pPr marL="342900" indent="-342900" algn="l">
              <a:spcBef>
                <a:spcPct val="0"/>
              </a:spcBef>
              <a:buFont typeface="+mj-lt"/>
              <a:buAutoNum type="alphaLcParenR"/>
            </a:pPr>
            <a:endParaRPr lang="en-US" sz="3200" dirty="0" err="1"/>
          </a:p>
        </p:txBody>
      </p:sp>
    </p:spTree>
    <p:extLst>
      <p:ext uri="{BB962C8B-B14F-4D97-AF65-F5344CB8AC3E}">
        <p14:creationId xmlns:p14="http://schemas.microsoft.com/office/powerpoint/2010/main" val="3966575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565C7-03F2-9538-A0F0-92A49C47ADC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8F3C123-A121-173A-551D-82F1264105FF}"/>
              </a:ext>
            </a:extLst>
          </p:cNvPr>
          <p:cNvSpPr>
            <a:spLocks noGrp="1"/>
          </p:cNvSpPr>
          <p:nvPr>
            <p:ph type="title"/>
          </p:nvPr>
        </p:nvSpPr>
        <p:spPr>
          <a:xfrm>
            <a:off x="3215680" y="392570"/>
            <a:ext cx="11008413" cy="792163"/>
          </a:xfrm>
        </p:spPr>
        <p:txBody>
          <a:bodyPr/>
          <a:lstStyle/>
          <a:p>
            <a:r>
              <a:rPr lang="en-GB" b="1" dirty="0"/>
              <a:t>2. What is the output of this code?</a:t>
            </a:r>
          </a:p>
        </p:txBody>
      </p:sp>
      <p:sp>
        <p:nvSpPr>
          <p:cNvPr id="5" name="TextBox 4">
            <a:extLst>
              <a:ext uri="{FF2B5EF4-FFF2-40B4-BE49-F238E27FC236}">
                <a16:creationId xmlns:a16="http://schemas.microsoft.com/office/drawing/2014/main" id="{B5ABAB4D-FCB2-E5C2-A435-FCE7C258CBF6}"/>
              </a:ext>
            </a:extLst>
          </p:cNvPr>
          <p:cNvSpPr txBox="1"/>
          <p:nvPr/>
        </p:nvSpPr>
        <p:spPr>
          <a:xfrm>
            <a:off x="4151784" y="4316441"/>
            <a:ext cx="7772400" cy="1571842"/>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x is greater than 5</a:t>
            </a:r>
          </a:p>
          <a:p>
            <a:pPr marL="342900" indent="-342900">
              <a:spcBef>
                <a:spcPct val="0"/>
              </a:spcBef>
              <a:buFont typeface="+mj-lt"/>
              <a:buAutoNum type="alphaLcParenR"/>
            </a:pPr>
            <a:r>
              <a:rPr lang="en-US" sz="3200" dirty="0"/>
              <a:t> 5 is greater than 5</a:t>
            </a:r>
          </a:p>
          <a:p>
            <a:pPr marL="342900" indent="-342900" algn="l">
              <a:spcBef>
                <a:spcPct val="0"/>
              </a:spcBef>
              <a:buFont typeface="+mj-lt"/>
              <a:buAutoNum type="alphaLcParenR"/>
            </a:pPr>
            <a:r>
              <a:rPr lang="en-US" sz="3200" dirty="0"/>
              <a:t> x is not greater than 5</a:t>
            </a:r>
          </a:p>
        </p:txBody>
      </p:sp>
      <p:pic>
        <p:nvPicPr>
          <p:cNvPr id="8" name="Picture 7" descr="A black background with text&#10;&#10;AI-generated content may be incorrect.">
            <a:extLst>
              <a:ext uri="{FF2B5EF4-FFF2-40B4-BE49-F238E27FC236}">
                <a16:creationId xmlns:a16="http://schemas.microsoft.com/office/drawing/2014/main" id="{9722183E-744B-B4DE-1915-D8701C79F788}"/>
              </a:ext>
            </a:extLst>
          </p:cNvPr>
          <p:cNvPicPr>
            <a:picLocks noChangeAspect="1"/>
          </p:cNvPicPr>
          <p:nvPr/>
        </p:nvPicPr>
        <p:blipFill>
          <a:blip r:embed="rId3"/>
          <a:stretch>
            <a:fillRect/>
          </a:stretch>
        </p:blipFill>
        <p:spPr>
          <a:xfrm>
            <a:off x="2351584" y="1368573"/>
            <a:ext cx="7772400" cy="2504270"/>
          </a:xfrm>
          <a:prstGeom prst="rect">
            <a:avLst/>
          </a:prstGeom>
        </p:spPr>
      </p:pic>
    </p:spTree>
    <p:extLst>
      <p:ext uri="{BB962C8B-B14F-4D97-AF65-F5344CB8AC3E}">
        <p14:creationId xmlns:p14="http://schemas.microsoft.com/office/powerpoint/2010/main" val="383503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E443B-6338-2090-B5F4-96D8E56906B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9329C4B-EBDC-3F47-7E44-5AAE96A6F474}"/>
              </a:ext>
            </a:extLst>
          </p:cNvPr>
          <p:cNvSpPr>
            <a:spLocks noGrp="1"/>
          </p:cNvSpPr>
          <p:nvPr>
            <p:ph type="title"/>
          </p:nvPr>
        </p:nvSpPr>
        <p:spPr>
          <a:xfrm>
            <a:off x="3215680" y="392570"/>
            <a:ext cx="11008413" cy="792163"/>
          </a:xfrm>
        </p:spPr>
        <p:txBody>
          <a:bodyPr/>
          <a:lstStyle/>
          <a:p>
            <a:r>
              <a:rPr lang="en-GB" b="1" dirty="0"/>
              <a:t>3. What does this code print?</a:t>
            </a:r>
          </a:p>
        </p:txBody>
      </p:sp>
      <p:sp>
        <p:nvSpPr>
          <p:cNvPr id="5" name="TextBox 4">
            <a:extLst>
              <a:ext uri="{FF2B5EF4-FFF2-40B4-BE49-F238E27FC236}">
                <a16:creationId xmlns:a16="http://schemas.microsoft.com/office/drawing/2014/main" id="{6D22BE56-BBAF-8975-424B-FC955D16CFFE}"/>
              </a:ext>
            </a:extLst>
          </p:cNvPr>
          <p:cNvSpPr txBox="1"/>
          <p:nvPr/>
        </p:nvSpPr>
        <p:spPr>
          <a:xfrm>
            <a:off x="4295800" y="4581128"/>
            <a:ext cx="7772400" cy="1571842"/>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x is equal to 5</a:t>
            </a:r>
          </a:p>
          <a:p>
            <a:pPr marL="342900" indent="-342900">
              <a:spcBef>
                <a:spcPct val="0"/>
              </a:spcBef>
              <a:buFont typeface="+mj-lt"/>
              <a:buAutoNum type="alphaLcParenR"/>
            </a:pPr>
            <a:r>
              <a:rPr lang="en-US" sz="3200" dirty="0"/>
              <a:t> x is greater than 5</a:t>
            </a:r>
          </a:p>
          <a:p>
            <a:pPr marL="342900" indent="-342900" algn="l">
              <a:spcBef>
                <a:spcPct val="0"/>
              </a:spcBef>
              <a:buFont typeface="+mj-lt"/>
              <a:buAutoNum type="alphaLcParenR"/>
            </a:pPr>
            <a:r>
              <a:rPr lang="en-US" sz="3200" dirty="0"/>
              <a:t> x is less than 5</a:t>
            </a:r>
          </a:p>
        </p:txBody>
      </p:sp>
      <p:pic>
        <p:nvPicPr>
          <p:cNvPr id="4" name="Picture 3">
            <a:extLst>
              <a:ext uri="{FF2B5EF4-FFF2-40B4-BE49-F238E27FC236}">
                <a16:creationId xmlns:a16="http://schemas.microsoft.com/office/drawing/2014/main" id="{F178C1D8-3675-9D63-1D43-BE70FD754BB6}"/>
              </a:ext>
            </a:extLst>
          </p:cNvPr>
          <p:cNvPicPr>
            <a:picLocks noChangeAspect="1"/>
          </p:cNvPicPr>
          <p:nvPr/>
        </p:nvPicPr>
        <p:blipFill>
          <a:blip r:embed="rId3"/>
          <a:stretch>
            <a:fillRect/>
          </a:stretch>
        </p:blipFill>
        <p:spPr>
          <a:xfrm>
            <a:off x="2748744" y="1341102"/>
            <a:ext cx="6694512" cy="2975339"/>
          </a:xfrm>
          <a:prstGeom prst="rect">
            <a:avLst/>
          </a:prstGeom>
        </p:spPr>
      </p:pic>
    </p:spTree>
    <p:extLst>
      <p:ext uri="{BB962C8B-B14F-4D97-AF65-F5344CB8AC3E}">
        <p14:creationId xmlns:p14="http://schemas.microsoft.com/office/powerpoint/2010/main" val="3689825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ED224-C5F3-8F28-59EF-9DEFE39A201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F32486-DC32-A40B-E757-CF5AD3D8CA65}"/>
              </a:ext>
            </a:extLst>
          </p:cNvPr>
          <p:cNvSpPr>
            <a:spLocks noGrp="1"/>
          </p:cNvSpPr>
          <p:nvPr>
            <p:ph type="title"/>
          </p:nvPr>
        </p:nvSpPr>
        <p:spPr>
          <a:xfrm>
            <a:off x="3215680" y="392570"/>
            <a:ext cx="11008413" cy="792163"/>
          </a:xfrm>
        </p:spPr>
        <p:txBody>
          <a:bodyPr/>
          <a:lstStyle/>
          <a:p>
            <a:r>
              <a:rPr lang="en-GB" b="1" dirty="0"/>
              <a:t>4. What is the output of this code?</a:t>
            </a:r>
          </a:p>
        </p:txBody>
      </p:sp>
      <p:sp>
        <p:nvSpPr>
          <p:cNvPr id="5" name="TextBox 4">
            <a:extLst>
              <a:ext uri="{FF2B5EF4-FFF2-40B4-BE49-F238E27FC236}">
                <a16:creationId xmlns:a16="http://schemas.microsoft.com/office/drawing/2014/main" id="{8EA479DD-6A6A-6D70-8011-2D598D49A155}"/>
              </a:ext>
            </a:extLst>
          </p:cNvPr>
          <p:cNvSpPr txBox="1"/>
          <p:nvPr/>
        </p:nvSpPr>
        <p:spPr>
          <a:xfrm>
            <a:off x="5159896" y="4793414"/>
            <a:ext cx="7772400" cy="1079399"/>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Even</a:t>
            </a:r>
          </a:p>
          <a:p>
            <a:pPr marL="342900" indent="-342900">
              <a:spcBef>
                <a:spcPct val="0"/>
              </a:spcBef>
              <a:buFont typeface="+mj-lt"/>
              <a:buAutoNum type="alphaLcParenR"/>
            </a:pPr>
            <a:r>
              <a:rPr lang="en-US" sz="3200" dirty="0"/>
              <a:t> Odd</a:t>
            </a:r>
          </a:p>
        </p:txBody>
      </p:sp>
      <p:pic>
        <p:nvPicPr>
          <p:cNvPr id="6" name="Picture 5" descr="A screenshot of a computer&#10;&#10;AI-generated content may be incorrect.">
            <a:extLst>
              <a:ext uri="{FF2B5EF4-FFF2-40B4-BE49-F238E27FC236}">
                <a16:creationId xmlns:a16="http://schemas.microsoft.com/office/drawing/2014/main" id="{44AC131F-5911-8B4B-026B-08E7C867BAB2}"/>
              </a:ext>
            </a:extLst>
          </p:cNvPr>
          <p:cNvPicPr>
            <a:picLocks noChangeAspect="1"/>
          </p:cNvPicPr>
          <p:nvPr/>
        </p:nvPicPr>
        <p:blipFill>
          <a:blip r:embed="rId3"/>
          <a:stretch>
            <a:fillRect/>
          </a:stretch>
        </p:blipFill>
        <p:spPr>
          <a:xfrm>
            <a:off x="2922414" y="1391943"/>
            <a:ext cx="6347172" cy="3194261"/>
          </a:xfrm>
          <a:prstGeom prst="rect">
            <a:avLst/>
          </a:prstGeom>
        </p:spPr>
      </p:pic>
    </p:spTree>
    <p:extLst>
      <p:ext uri="{BB962C8B-B14F-4D97-AF65-F5344CB8AC3E}">
        <p14:creationId xmlns:p14="http://schemas.microsoft.com/office/powerpoint/2010/main" val="3247113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4E784-9F23-E08B-1D43-A3BBF604EF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879C90-F2BC-47C3-9C81-3DD2321C1190}"/>
              </a:ext>
            </a:extLst>
          </p:cNvPr>
          <p:cNvSpPr>
            <a:spLocks noGrp="1"/>
          </p:cNvSpPr>
          <p:nvPr>
            <p:ph type="title"/>
          </p:nvPr>
        </p:nvSpPr>
        <p:spPr>
          <a:xfrm>
            <a:off x="3791744" y="325714"/>
            <a:ext cx="11008413" cy="792163"/>
          </a:xfrm>
        </p:spPr>
        <p:txBody>
          <a:bodyPr/>
          <a:lstStyle/>
          <a:p>
            <a:r>
              <a:rPr lang="en-GB" b="1" dirty="0"/>
              <a:t>5. What will this code print?</a:t>
            </a:r>
          </a:p>
        </p:txBody>
      </p:sp>
      <p:sp>
        <p:nvSpPr>
          <p:cNvPr id="5" name="TextBox 4">
            <a:extLst>
              <a:ext uri="{FF2B5EF4-FFF2-40B4-BE49-F238E27FC236}">
                <a16:creationId xmlns:a16="http://schemas.microsoft.com/office/drawing/2014/main" id="{B21659C6-5756-2833-AE12-2C40ED6FF18C}"/>
              </a:ext>
            </a:extLst>
          </p:cNvPr>
          <p:cNvSpPr txBox="1"/>
          <p:nvPr/>
        </p:nvSpPr>
        <p:spPr>
          <a:xfrm>
            <a:off x="3788840" y="4149080"/>
            <a:ext cx="7772400" cy="1571842"/>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10 is between 1 and 19</a:t>
            </a:r>
          </a:p>
          <a:p>
            <a:pPr marL="342900" indent="-342900">
              <a:spcBef>
                <a:spcPct val="0"/>
              </a:spcBef>
              <a:buFont typeface="+mj-lt"/>
              <a:buAutoNum type="alphaLcParenR"/>
            </a:pPr>
            <a:r>
              <a:rPr lang="en-US" sz="3200" dirty="0"/>
              <a:t> 0 is between 1 and 19</a:t>
            </a:r>
          </a:p>
          <a:p>
            <a:pPr marL="342900" indent="-342900">
              <a:spcBef>
                <a:spcPct val="0"/>
              </a:spcBef>
              <a:buFont typeface="+mj-lt"/>
              <a:buAutoNum type="alphaLcParenR"/>
            </a:pPr>
            <a:r>
              <a:rPr lang="en-US" sz="3200" dirty="0"/>
              <a:t> x is between 1 and 19</a:t>
            </a:r>
          </a:p>
        </p:txBody>
      </p:sp>
      <p:pic>
        <p:nvPicPr>
          <p:cNvPr id="4" name="Picture 3" descr="A black background with text and symbols&#10;&#10;AI-generated content may be incorrect.">
            <a:extLst>
              <a:ext uri="{FF2B5EF4-FFF2-40B4-BE49-F238E27FC236}">
                <a16:creationId xmlns:a16="http://schemas.microsoft.com/office/drawing/2014/main" id="{A6A5D490-9289-DBB4-313F-E54FC7932FA0}"/>
              </a:ext>
            </a:extLst>
          </p:cNvPr>
          <p:cNvPicPr>
            <a:picLocks noChangeAspect="1"/>
          </p:cNvPicPr>
          <p:nvPr/>
        </p:nvPicPr>
        <p:blipFill>
          <a:blip r:embed="rId3"/>
          <a:stretch>
            <a:fillRect/>
          </a:stretch>
        </p:blipFill>
        <p:spPr>
          <a:xfrm>
            <a:off x="2209800" y="1628800"/>
            <a:ext cx="7772400" cy="2333206"/>
          </a:xfrm>
          <a:prstGeom prst="rect">
            <a:avLst/>
          </a:prstGeom>
        </p:spPr>
      </p:pic>
    </p:spTree>
    <p:extLst>
      <p:ext uri="{BB962C8B-B14F-4D97-AF65-F5344CB8AC3E}">
        <p14:creationId xmlns:p14="http://schemas.microsoft.com/office/powerpoint/2010/main" val="74809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DC7F-9273-732E-C4A5-23EDCD145E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5CB5FFF-BBF1-8B5C-FC00-BC5895DE7E2D}"/>
              </a:ext>
            </a:extLst>
          </p:cNvPr>
          <p:cNvSpPr>
            <a:spLocks noGrp="1"/>
          </p:cNvSpPr>
          <p:nvPr>
            <p:ph type="title"/>
          </p:nvPr>
        </p:nvSpPr>
        <p:spPr>
          <a:xfrm>
            <a:off x="3215680" y="344915"/>
            <a:ext cx="11008413" cy="792163"/>
          </a:xfrm>
        </p:spPr>
        <p:txBody>
          <a:bodyPr/>
          <a:lstStyle/>
          <a:p>
            <a:r>
              <a:rPr lang="en-GB" b="1" dirty="0"/>
              <a:t>6. What is the output of this code?</a:t>
            </a:r>
          </a:p>
        </p:txBody>
      </p:sp>
      <p:sp>
        <p:nvSpPr>
          <p:cNvPr id="5" name="TextBox 4">
            <a:extLst>
              <a:ext uri="{FF2B5EF4-FFF2-40B4-BE49-F238E27FC236}">
                <a16:creationId xmlns:a16="http://schemas.microsoft.com/office/drawing/2014/main" id="{9BA122DC-C2D8-3BFA-5F4C-A5CD8BBFF591}"/>
              </a:ext>
            </a:extLst>
          </p:cNvPr>
          <p:cNvSpPr txBox="1"/>
          <p:nvPr/>
        </p:nvSpPr>
        <p:spPr>
          <a:xfrm>
            <a:off x="3788840" y="4149080"/>
            <a:ext cx="7772400" cy="1571842"/>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8 is greater than 5</a:t>
            </a:r>
          </a:p>
          <a:p>
            <a:pPr marL="342900" indent="-342900">
              <a:spcBef>
                <a:spcPct val="0"/>
              </a:spcBef>
              <a:buFont typeface="+mj-lt"/>
              <a:buAutoNum type="alphaLcParenR"/>
            </a:pPr>
            <a:r>
              <a:rPr lang="en-US" sz="3200" dirty="0"/>
              <a:t> x is greater than 5</a:t>
            </a:r>
          </a:p>
          <a:p>
            <a:pPr marL="342900" indent="-342900">
              <a:spcBef>
                <a:spcPct val="0"/>
              </a:spcBef>
              <a:buFont typeface="+mj-lt"/>
              <a:buAutoNum type="alphaLcParenR"/>
            </a:pPr>
            <a:r>
              <a:rPr lang="en-US" sz="3200" dirty="0"/>
              <a:t> x is not greater than 5</a:t>
            </a:r>
          </a:p>
        </p:txBody>
      </p:sp>
      <p:pic>
        <p:nvPicPr>
          <p:cNvPr id="3" name="Picture 2" descr="A black background with text&#10;&#10;AI-generated content may be incorrect.">
            <a:extLst>
              <a:ext uri="{FF2B5EF4-FFF2-40B4-BE49-F238E27FC236}">
                <a16:creationId xmlns:a16="http://schemas.microsoft.com/office/drawing/2014/main" id="{55FC02B6-3FD2-C8F1-D4ED-7057209AFAB9}"/>
              </a:ext>
            </a:extLst>
          </p:cNvPr>
          <p:cNvPicPr>
            <a:picLocks noChangeAspect="1"/>
          </p:cNvPicPr>
          <p:nvPr/>
        </p:nvPicPr>
        <p:blipFill>
          <a:blip r:embed="rId3"/>
          <a:stretch>
            <a:fillRect/>
          </a:stretch>
        </p:blipFill>
        <p:spPr>
          <a:xfrm>
            <a:off x="2209800" y="1535579"/>
            <a:ext cx="7772400" cy="1946844"/>
          </a:xfrm>
          <a:prstGeom prst="rect">
            <a:avLst/>
          </a:prstGeom>
        </p:spPr>
      </p:pic>
    </p:spTree>
    <p:extLst>
      <p:ext uri="{BB962C8B-B14F-4D97-AF65-F5344CB8AC3E}">
        <p14:creationId xmlns:p14="http://schemas.microsoft.com/office/powerpoint/2010/main" val="2564917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50D10-3070-01F8-2FF4-457BD2A3343D}"/>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CFB9CA95-7D65-B86C-C53F-002D617D1583}"/>
              </a:ext>
            </a:extLst>
          </p:cNvPr>
          <p:cNvSpPr>
            <a:spLocks noGrp="1"/>
          </p:cNvSpPr>
          <p:nvPr>
            <p:ph type="title" idx="4294967295"/>
          </p:nvPr>
        </p:nvSpPr>
        <p:spPr>
          <a:xfrm>
            <a:off x="414971" y="-963488"/>
            <a:ext cx="11008413" cy="792163"/>
          </a:xfrm>
        </p:spPr>
        <p:txBody>
          <a:bodyPr vert="horz" lIns="0" tIns="0" rIns="0" bIns="0" rtlCol="0" anchor="b" anchorCtr="0">
            <a:noAutofit/>
          </a:bodyPr>
          <a:lstStyle/>
          <a:p>
            <a:r>
              <a:rPr lang="en-US" dirty="0"/>
              <a:t>Get the future you want</a:t>
            </a:r>
          </a:p>
        </p:txBody>
      </p:sp>
      <p:sp>
        <p:nvSpPr>
          <p:cNvPr id="6" name="TextBox 5">
            <a:extLst>
              <a:ext uri="{FF2B5EF4-FFF2-40B4-BE49-F238E27FC236}">
                <a16:creationId xmlns:a16="http://schemas.microsoft.com/office/drawing/2014/main" id="{F1BC1704-2B6C-8AB8-BA52-4DCA26C23AD3}"/>
              </a:ext>
            </a:extLst>
          </p:cNvPr>
          <p:cNvSpPr txBox="1"/>
          <p:nvPr/>
        </p:nvSpPr>
        <p:spPr>
          <a:xfrm>
            <a:off x="263352" y="2420888"/>
            <a:ext cx="11008412" cy="2554545"/>
          </a:xfrm>
          <a:prstGeom prst="rect">
            <a:avLst/>
          </a:prstGeom>
          <a:noFill/>
        </p:spPr>
        <p:txBody>
          <a:bodyPr wrap="square">
            <a:spAutoFit/>
          </a:bodyPr>
          <a:lstStyle/>
          <a:p>
            <a:r>
              <a:rPr kumimoji="0" lang="en-US" sz="8000" b="0" i="0" u="none" strike="noStrike" kern="1200" cap="none" spc="0" normalizeH="0" baseline="0" noProof="0" dirty="0">
                <a:ln>
                  <a:noFill/>
                </a:ln>
                <a:solidFill>
                  <a:schemeClr val="bg1"/>
                </a:solidFill>
                <a:effectLst/>
                <a:uLnTx/>
                <a:uFillTx/>
                <a:latin typeface="+mj-lt"/>
                <a:ea typeface="+mn-ea"/>
                <a:cs typeface="+mn-cs"/>
              </a:rPr>
              <a:t>Conditionals Quiz</a:t>
            </a:r>
          </a:p>
          <a:p>
            <a:r>
              <a:rPr lang="en-US" sz="8000" dirty="0">
                <a:solidFill>
                  <a:schemeClr val="bg1"/>
                </a:solidFill>
                <a:latin typeface="+mj-lt"/>
              </a:rPr>
              <a:t>Answers</a:t>
            </a:r>
            <a:endParaRPr lang="en-US" sz="8000" dirty="0"/>
          </a:p>
        </p:txBody>
      </p:sp>
    </p:spTree>
    <p:extLst>
      <p:ext uri="{BB962C8B-B14F-4D97-AF65-F5344CB8AC3E}">
        <p14:creationId xmlns:p14="http://schemas.microsoft.com/office/powerpoint/2010/main" val="427881401"/>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6D30C-B9C6-131B-1DA7-EB3AAADECB2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E932D15-7520-1599-7BB0-EF7F6B835E9C}"/>
              </a:ext>
            </a:extLst>
          </p:cNvPr>
          <p:cNvSpPr>
            <a:spLocks noGrp="1"/>
          </p:cNvSpPr>
          <p:nvPr>
            <p:ph type="title"/>
          </p:nvPr>
        </p:nvSpPr>
        <p:spPr>
          <a:xfrm>
            <a:off x="3215680" y="392570"/>
            <a:ext cx="11008413" cy="792163"/>
          </a:xfrm>
        </p:spPr>
        <p:txBody>
          <a:bodyPr/>
          <a:lstStyle/>
          <a:p>
            <a:r>
              <a:rPr lang="en-GB" dirty="0"/>
              <a:t>1. What will the following code print?</a:t>
            </a:r>
          </a:p>
        </p:txBody>
      </p:sp>
      <p:pic>
        <p:nvPicPr>
          <p:cNvPr id="4" name="Picture 3" descr="A black background with white text&#10;&#10;AI-generated content may be incorrect.">
            <a:extLst>
              <a:ext uri="{FF2B5EF4-FFF2-40B4-BE49-F238E27FC236}">
                <a16:creationId xmlns:a16="http://schemas.microsoft.com/office/drawing/2014/main" id="{11769C78-87E1-AE7C-96E5-0D797D3BE62C}"/>
              </a:ext>
            </a:extLst>
          </p:cNvPr>
          <p:cNvPicPr>
            <a:picLocks noChangeAspect="1"/>
          </p:cNvPicPr>
          <p:nvPr/>
        </p:nvPicPr>
        <p:blipFill>
          <a:blip r:embed="rId3"/>
          <a:stretch>
            <a:fillRect/>
          </a:stretch>
        </p:blipFill>
        <p:spPr>
          <a:xfrm>
            <a:off x="2423592" y="1513362"/>
            <a:ext cx="7772400" cy="2030852"/>
          </a:xfrm>
          <a:prstGeom prst="rect">
            <a:avLst/>
          </a:prstGeom>
        </p:spPr>
      </p:pic>
      <p:sp>
        <p:nvSpPr>
          <p:cNvPr id="5" name="TextBox 4">
            <a:extLst>
              <a:ext uri="{FF2B5EF4-FFF2-40B4-BE49-F238E27FC236}">
                <a16:creationId xmlns:a16="http://schemas.microsoft.com/office/drawing/2014/main" id="{DAAA9D64-1AD1-C83D-8347-756DD74DC2ED}"/>
              </a:ext>
            </a:extLst>
          </p:cNvPr>
          <p:cNvSpPr txBox="1"/>
          <p:nvPr/>
        </p:nvSpPr>
        <p:spPr>
          <a:xfrm>
            <a:off x="4079776" y="3872843"/>
            <a:ext cx="7772400" cy="2064284"/>
          </a:xfrm>
          <a:prstGeom prst="rect">
            <a:avLst/>
          </a:prstGeom>
          <a:noFill/>
        </p:spPr>
        <p:txBody>
          <a:bodyPr vert="horz" wrap="square" lIns="90000" tIns="46800" rIns="90000" bIns="46800" rtlCol="0" anchor="ctr">
            <a:spAutoFit/>
          </a:bodyPr>
          <a:lstStyle/>
          <a:p>
            <a:pPr marL="342900" indent="-342900" algn="l">
              <a:spcBef>
                <a:spcPct val="0"/>
              </a:spcBef>
              <a:buFont typeface="+mj-lt"/>
              <a:buAutoNum type="alphaLcParenR"/>
            </a:pPr>
            <a:r>
              <a:rPr lang="en-US" sz="3200" dirty="0"/>
              <a:t> 10 is greater than 5</a:t>
            </a:r>
          </a:p>
          <a:p>
            <a:pPr marL="342900" indent="-342900" algn="l">
              <a:spcBef>
                <a:spcPct val="0"/>
              </a:spcBef>
              <a:buFont typeface="+mj-lt"/>
              <a:buAutoNum type="alphaLcParenR"/>
            </a:pPr>
            <a:r>
              <a:rPr lang="en-US" sz="3200" dirty="0"/>
              <a:t> x is greater than 5</a:t>
            </a:r>
          </a:p>
          <a:p>
            <a:pPr marL="342900" indent="-342900" algn="l">
              <a:spcBef>
                <a:spcPct val="0"/>
              </a:spcBef>
              <a:buFont typeface="+mj-lt"/>
              <a:buAutoNum type="alphaLcParenR"/>
            </a:pPr>
            <a:r>
              <a:rPr lang="en-US" sz="3200" dirty="0"/>
              <a:t> 5 is greater than 5</a:t>
            </a:r>
          </a:p>
          <a:p>
            <a:pPr marL="342900" indent="-342900" algn="l">
              <a:spcBef>
                <a:spcPct val="0"/>
              </a:spcBef>
              <a:buFont typeface="+mj-lt"/>
              <a:buAutoNum type="alphaLcParenR"/>
            </a:pPr>
            <a:endParaRPr lang="en-US" sz="3200" dirty="0" err="1"/>
          </a:p>
        </p:txBody>
      </p:sp>
    </p:spTree>
    <p:extLst>
      <p:ext uri="{BB962C8B-B14F-4D97-AF65-F5344CB8AC3E}">
        <p14:creationId xmlns:p14="http://schemas.microsoft.com/office/powerpoint/2010/main" val="2834409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731D-3852-8818-C957-64D6529DB9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2CC4C19-22BF-28AA-65C2-4EF12A0CC94C}"/>
              </a:ext>
            </a:extLst>
          </p:cNvPr>
          <p:cNvSpPr>
            <a:spLocks noGrp="1"/>
          </p:cNvSpPr>
          <p:nvPr>
            <p:ph type="title"/>
          </p:nvPr>
        </p:nvSpPr>
        <p:spPr>
          <a:xfrm>
            <a:off x="3215680" y="392570"/>
            <a:ext cx="11008413" cy="792163"/>
          </a:xfrm>
        </p:spPr>
        <p:txBody>
          <a:bodyPr/>
          <a:lstStyle/>
          <a:p>
            <a:r>
              <a:rPr lang="en-GB" b="1" dirty="0"/>
              <a:t>2. What is the output of this code?</a:t>
            </a:r>
          </a:p>
        </p:txBody>
      </p:sp>
      <p:sp>
        <p:nvSpPr>
          <p:cNvPr id="5" name="TextBox 4">
            <a:extLst>
              <a:ext uri="{FF2B5EF4-FFF2-40B4-BE49-F238E27FC236}">
                <a16:creationId xmlns:a16="http://schemas.microsoft.com/office/drawing/2014/main" id="{DBD5A0C1-2E3F-C01B-02DB-5B091B3A297F}"/>
              </a:ext>
            </a:extLst>
          </p:cNvPr>
          <p:cNvSpPr txBox="1"/>
          <p:nvPr/>
        </p:nvSpPr>
        <p:spPr>
          <a:xfrm>
            <a:off x="4151784" y="4316441"/>
            <a:ext cx="7772400" cy="1571842"/>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x is greater than 5</a:t>
            </a:r>
          </a:p>
          <a:p>
            <a:pPr marL="342900" indent="-342900">
              <a:spcBef>
                <a:spcPct val="0"/>
              </a:spcBef>
              <a:buFont typeface="+mj-lt"/>
              <a:buAutoNum type="alphaLcParenR"/>
            </a:pPr>
            <a:r>
              <a:rPr lang="en-US" sz="3200" dirty="0"/>
              <a:t> 5 is greater than 5</a:t>
            </a:r>
          </a:p>
          <a:p>
            <a:pPr marL="342900" indent="-342900" algn="l">
              <a:spcBef>
                <a:spcPct val="0"/>
              </a:spcBef>
              <a:buFont typeface="+mj-lt"/>
              <a:buAutoNum type="alphaLcParenR"/>
            </a:pPr>
            <a:r>
              <a:rPr lang="en-US" sz="3200" dirty="0"/>
              <a:t> x is not greater than 5</a:t>
            </a:r>
          </a:p>
        </p:txBody>
      </p:sp>
      <p:pic>
        <p:nvPicPr>
          <p:cNvPr id="8" name="Picture 7" descr="A black background with text&#10;&#10;AI-generated content may be incorrect.">
            <a:extLst>
              <a:ext uri="{FF2B5EF4-FFF2-40B4-BE49-F238E27FC236}">
                <a16:creationId xmlns:a16="http://schemas.microsoft.com/office/drawing/2014/main" id="{DAF9A134-0678-FFF6-D43E-D7B642D83D56}"/>
              </a:ext>
            </a:extLst>
          </p:cNvPr>
          <p:cNvPicPr>
            <a:picLocks noChangeAspect="1"/>
          </p:cNvPicPr>
          <p:nvPr/>
        </p:nvPicPr>
        <p:blipFill>
          <a:blip r:embed="rId3"/>
          <a:stretch>
            <a:fillRect/>
          </a:stretch>
        </p:blipFill>
        <p:spPr>
          <a:xfrm>
            <a:off x="2351584" y="1368573"/>
            <a:ext cx="7772400" cy="2504270"/>
          </a:xfrm>
          <a:prstGeom prst="rect">
            <a:avLst/>
          </a:prstGeom>
        </p:spPr>
      </p:pic>
    </p:spTree>
    <p:extLst>
      <p:ext uri="{BB962C8B-B14F-4D97-AF65-F5344CB8AC3E}">
        <p14:creationId xmlns:p14="http://schemas.microsoft.com/office/powerpoint/2010/main" val="356790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F1547-A382-34FB-D0C9-8EE3364DA5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310DC19-A18F-7DFC-4FF5-13926C54CBCA}"/>
              </a:ext>
            </a:extLst>
          </p:cNvPr>
          <p:cNvSpPr>
            <a:spLocks noGrp="1"/>
          </p:cNvSpPr>
          <p:nvPr>
            <p:ph type="title"/>
          </p:nvPr>
        </p:nvSpPr>
        <p:spPr>
          <a:xfrm>
            <a:off x="3215680" y="392570"/>
            <a:ext cx="11008413" cy="792163"/>
          </a:xfrm>
        </p:spPr>
        <p:txBody>
          <a:bodyPr/>
          <a:lstStyle/>
          <a:p>
            <a:r>
              <a:rPr lang="en-GB" b="1" dirty="0"/>
              <a:t>3. What does this code print?</a:t>
            </a:r>
          </a:p>
        </p:txBody>
      </p:sp>
      <p:sp>
        <p:nvSpPr>
          <p:cNvPr id="5" name="TextBox 4">
            <a:extLst>
              <a:ext uri="{FF2B5EF4-FFF2-40B4-BE49-F238E27FC236}">
                <a16:creationId xmlns:a16="http://schemas.microsoft.com/office/drawing/2014/main" id="{94A9D0E3-F801-9604-5349-0435549B1BA3}"/>
              </a:ext>
            </a:extLst>
          </p:cNvPr>
          <p:cNvSpPr txBox="1"/>
          <p:nvPr/>
        </p:nvSpPr>
        <p:spPr>
          <a:xfrm>
            <a:off x="4295800" y="4581128"/>
            <a:ext cx="7772400" cy="1571842"/>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x is equal to 5</a:t>
            </a:r>
          </a:p>
          <a:p>
            <a:pPr marL="342900" indent="-342900">
              <a:spcBef>
                <a:spcPct val="0"/>
              </a:spcBef>
              <a:buFont typeface="+mj-lt"/>
              <a:buAutoNum type="alphaLcParenR"/>
            </a:pPr>
            <a:r>
              <a:rPr lang="en-US" sz="3200" dirty="0"/>
              <a:t> x is greater than 5</a:t>
            </a:r>
          </a:p>
          <a:p>
            <a:pPr marL="342900" indent="-342900" algn="l">
              <a:spcBef>
                <a:spcPct val="0"/>
              </a:spcBef>
              <a:buFont typeface="+mj-lt"/>
              <a:buAutoNum type="alphaLcParenR"/>
            </a:pPr>
            <a:r>
              <a:rPr lang="en-US" sz="3200" dirty="0"/>
              <a:t> x is less than 5</a:t>
            </a:r>
          </a:p>
        </p:txBody>
      </p:sp>
      <p:pic>
        <p:nvPicPr>
          <p:cNvPr id="4" name="Picture 3">
            <a:extLst>
              <a:ext uri="{FF2B5EF4-FFF2-40B4-BE49-F238E27FC236}">
                <a16:creationId xmlns:a16="http://schemas.microsoft.com/office/drawing/2014/main" id="{D23CAE36-640F-5897-6975-2BDC7A0BC65D}"/>
              </a:ext>
            </a:extLst>
          </p:cNvPr>
          <p:cNvPicPr>
            <a:picLocks noChangeAspect="1"/>
          </p:cNvPicPr>
          <p:nvPr/>
        </p:nvPicPr>
        <p:blipFill>
          <a:blip r:embed="rId3"/>
          <a:stretch>
            <a:fillRect/>
          </a:stretch>
        </p:blipFill>
        <p:spPr>
          <a:xfrm>
            <a:off x="2748744" y="1341102"/>
            <a:ext cx="6694512" cy="2975339"/>
          </a:xfrm>
          <a:prstGeom prst="rect">
            <a:avLst/>
          </a:prstGeom>
        </p:spPr>
      </p:pic>
    </p:spTree>
    <p:extLst>
      <p:ext uri="{BB962C8B-B14F-4D97-AF65-F5344CB8AC3E}">
        <p14:creationId xmlns:p14="http://schemas.microsoft.com/office/powerpoint/2010/main" val="2767543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E5697-CFE5-2330-5A3D-5E7F730CD74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576312F-C283-E93B-57BD-B900BDD303F9}"/>
              </a:ext>
            </a:extLst>
          </p:cNvPr>
          <p:cNvSpPr>
            <a:spLocks noGrp="1"/>
          </p:cNvSpPr>
          <p:nvPr>
            <p:ph type="title"/>
          </p:nvPr>
        </p:nvSpPr>
        <p:spPr>
          <a:xfrm>
            <a:off x="3215680" y="392570"/>
            <a:ext cx="11008413" cy="792163"/>
          </a:xfrm>
        </p:spPr>
        <p:txBody>
          <a:bodyPr/>
          <a:lstStyle/>
          <a:p>
            <a:r>
              <a:rPr lang="en-GB" b="1" dirty="0"/>
              <a:t>4. What is the output of this code?</a:t>
            </a:r>
          </a:p>
        </p:txBody>
      </p:sp>
      <p:sp>
        <p:nvSpPr>
          <p:cNvPr id="5" name="TextBox 4">
            <a:extLst>
              <a:ext uri="{FF2B5EF4-FFF2-40B4-BE49-F238E27FC236}">
                <a16:creationId xmlns:a16="http://schemas.microsoft.com/office/drawing/2014/main" id="{5F1741E0-0CC2-0D1E-69D2-7DBF4A07FB28}"/>
              </a:ext>
            </a:extLst>
          </p:cNvPr>
          <p:cNvSpPr txBox="1"/>
          <p:nvPr/>
        </p:nvSpPr>
        <p:spPr>
          <a:xfrm>
            <a:off x="5159896" y="4793414"/>
            <a:ext cx="7772400" cy="1079399"/>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Even</a:t>
            </a:r>
          </a:p>
          <a:p>
            <a:pPr marL="342900" indent="-342900">
              <a:spcBef>
                <a:spcPct val="0"/>
              </a:spcBef>
              <a:buFont typeface="+mj-lt"/>
              <a:buAutoNum type="alphaLcParenR"/>
            </a:pPr>
            <a:r>
              <a:rPr lang="en-US" sz="3200" dirty="0"/>
              <a:t> Odd</a:t>
            </a:r>
          </a:p>
        </p:txBody>
      </p:sp>
      <p:pic>
        <p:nvPicPr>
          <p:cNvPr id="6" name="Picture 5" descr="A screenshot of a computer&#10;&#10;AI-generated content may be incorrect.">
            <a:extLst>
              <a:ext uri="{FF2B5EF4-FFF2-40B4-BE49-F238E27FC236}">
                <a16:creationId xmlns:a16="http://schemas.microsoft.com/office/drawing/2014/main" id="{93335904-BB27-33E7-712D-88F81526785D}"/>
              </a:ext>
            </a:extLst>
          </p:cNvPr>
          <p:cNvPicPr>
            <a:picLocks noChangeAspect="1"/>
          </p:cNvPicPr>
          <p:nvPr/>
        </p:nvPicPr>
        <p:blipFill>
          <a:blip r:embed="rId3"/>
          <a:stretch>
            <a:fillRect/>
          </a:stretch>
        </p:blipFill>
        <p:spPr>
          <a:xfrm>
            <a:off x="2922414" y="1391943"/>
            <a:ext cx="6347172" cy="3194261"/>
          </a:xfrm>
          <a:prstGeom prst="rect">
            <a:avLst/>
          </a:prstGeom>
        </p:spPr>
      </p:pic>
    </p:spTree>
    <p:extLst>
      <p:ext uri="{BB962C8B-B14F-4D97-AF65-F5344CB8AC3E}">
        <p14:creationId xmlns:p14="http://schemas.microsoft.com/office/powerpoint/2010/main" val="2112876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7B9D7-5654-DE3E-B458-6EB53B822AC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F2048B8-B89F-33BC-F966-522E87901B47}"/>
              </a:ext>
            </a:extLst>
          </p:cNvPr>
          <p:cNvSpPr>
            <a:spLocks noGrp="1"/>
          </p:cNvSpPr>
          <p:nvPr>
            <p:ph type="title"/>
          </p:nvPr>
        </p:nvSpPr>
        <p:spPr>
          <a:xfrm>
            <a:off x="3791744" y="325714"/>
            <a:ext cx="11008413" cy="792163"/>
          </a:xfrm>
        </p:spPr>
        <p:txBody>
          <a:bodyPr/>
          <a:lstStyle/>
          <a:p>
            <a:r>
              <a:rPr lang="en-GB" b="1" dirty="0"/>
              <a:t>5. What will this code print?</a:t>
            </a:r>
          </a:p>
        </p:txBody>
      </p:sp>
      <p:sp>
        <p:nvSpPr>
          <p:cNvPr id="5" name="TextBox 4">
            <a:extLst>
              <a:ext uri="{FF2B5EF4-FFF2-40B4-BE49-F238E27FC236}">
                <a16:creationId xmlns:a16="http://schemas.microsoft.com/office/drawing/2014/main" id="{9C310712-7156-4DDC-B5DC-960678D012BF}"/>
              </a:ext>
            </a:extLst>
          </p:cNvPr>
          <p:cNvSpPr txBox="1"/>
          <p:nvPr/>
        </p:nvSpPr>
        <p:spPr>
          <a:xfrm>
            <a:off x="3788840" y="4149080"/>
            <a:ext cx="7772400" cy="1571842"/>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10 is between 1 and 19</a:t>
            </a:r>
          </a:p>
          <a:p>
            <a:pPr marL="342900" indent="-342900">
              <a:spcBef>
                <a:spcPct val="0"/>
              </a:spcBef>
              <a:buFont typeface="+mj-lt"/>
              <a:buAutoNum type="alphaLcParenR"/>
            </a:pPr>
            <a:r>
              <a:rPr lang="en-US" sz="3200" dirty="0"/>
              <a:t> 0 is between 1 and 19</a:t>
            </a:r>
          </a:p>
          <a:p>
            <a:pPr marL="342900" indent="-342900">
              <a:spcBef>
                <a:spcPct val="0"/>
              </a:spcBef>
              <a:buFont typeface="+mj-lt"/>
              <a:buAutoNum type="alphaLcParenR"/>
            </a:pPr>
            <a:r>
              <a:rPr lang="en-US" sz="3200" dirty="0"/>
              <a:t> x is between 1 and 19</a:t>
            </a:r>
          </a:p>
        </p:txBody>
      </p:sp>
      <p:pic>
        <p:nvPicPr>
          <p:cNvPr id="4" name="Picture 3" descr="A black background with text and symbols&#10;&#10;AI-generated content may be incorrect.">
            <a:extLst>
              <a:ext uri="{FF2B5EF4-FFF2-40B4-BE49-F238E27FC236}">
                <a16:creationId xmlns:a16="http://schemas.microsoft.com/office/drawing/2014/main" id="{F1813E26-F1B9-A428-B1D9-E5629CC49F88}"/>
              </a:ext>
            </a:extLst>
          </p:cNvPr>
          <p:cNvPicPr>
            <a:picLocks noChangeAspect="1"/>
          </p:cNvPicPr>
          <p:nvPr/>
        </p:nvPicPr>
        <p:blipFill>
          <a:blip r:embed="rId3"/>
          <a:stretch>
            <a:fillRect/>
          </a:stretch>
        </p:blipFill>
        <p:spPr>
          <a:xfrm>
            <a:off x="2209800" y="1628800"/>
            <a:ext cx="7772400" cy="2333206"/>
          </a:xfrm>
          <a:prstGeom prst="rect">
            <a:avLst/>
          </a:prstGeom>
        </p:spPr>
      </p:pic>
    </p:spTree>
    <p:extLst>
      <p:ext uri="{BB962C8B-B14F-4D97-AF65-F5344CB8AC3E}">
        <p14:creationId xmlns:p14="http://schemas.microsoft.com/office/powerpoint/2010/main" val="1335333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0848-0081-6F09-02F9-6DF7C21103F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8A8488F-2904-31EA-77EF-B59D35D4D120}"/>
              </a:ext>
            </a:extLst>
          </p:cNvPr>
          <p:cNvSpPr>
            <a:spLocks noGrp="1"/>
          </p:cNvSpPr>
          <p:nvPr>
            <p:ph type="title"/>
          </p:nvPr>
        </p:nvSpPr>
        <p:spPr>
          <a:xfrm>
            <a:off x="3215680" y="344915"/>
            <a:ext cx="11008413" cy="792163"/>
          </a:xfrm>
        </p:spPr>
        <p:txBody>
          <a:bodyPr/>
          <a:lstStyle/>
          <a:p>
            <a:r>
              <a:rPr lang="en-GB" b="1" dirty="0"/>
              <a:t>6. What is the output of this code?</a:t>
            </a:r>
          </a:p>
        </p:txBody>
      </p:sp>
      <p:sp>
        <p:nvSpPr>
          <p:cNvPr id="5" name="TextBox 4">
            <a:extLst>
              <a:ext uri="{FF2B5EF4-FFF2-40B4-BE49-F238E27FC236}">
                <a16:creationId xmlns:a16="http://schemas.microsoft.com/office/drawing/2014/main" id="{0B10358D-CAA2-31D0-A652-94D788A5DF6B}"/>
              </a:ext>
            </a:extLst>
          </p:cNvPr>
          <p:cNvSpPr txBox="1"/>
          <p:nvPr/>
        </p:nvSpPr>
        <p:spPr>
          <a:xfrm>
            <a:off x="3788840" y="4149080"/>
            <a:ext cx="7772400" cy="1571842"/>
          </a:xfrm>
          <a:prstGeom prst="rect">
            <a:avLst/>
          </a:prstGeom>
          <a:noFill/>
        </p:spPr>
        <p:txBody>
          <a:bodyPr vert="horz" wrap="square" lIns="90000" tIns="46800" rIns="90000" bIns="46800" rtlCol="0" anchor="ctr">
            <a:spAutoFit/>
          </a:bodyPr>
          <a:lstStyle/>
          <a:p>
            <a:pPr marL="342900" indent="-342900">
              <a:spcBef>
                <a:spcPct val="0"/>
              </a:spcBef>
              <a:buFont typeface="+mj-lt"/>
              <a:buAutoNum type="alphaLcParenR"/>
            </a:pPr>
            <a:r>
              <a:rPr lang="en-US" sz="3200" dirty="0"/>
              <a:t> 8 is greater than 5</a:t>
            </a:r>
          </a:p>
          <a:p>
            <a:pPr marL="342900" indent="-342900">
              <a:spcBef>
                <a:spcPct val="0"/>
              </a:spcBef>
              <a:buFont typeface="+mj-lt"/>
              <a:buAutoNum type="alphaLcParenR"/>
            </a:pPr>
            <a:r>
              <a:rPr lang="en-US" sz="3200" dirty="0"/>
              <a:t> x is greater than 5</a:t>
            </a:r>
          </a:p>
          <a:p>
            <a:pPr marL="342900" indent="-342900">
              <a:spcBef>
                <a:spcPct val="0"/>
              </a:spcBef>
              <a:buFont typeface="+mj-lt"/>
              <a:buAutoNum type="alphaLcParenR"/>
            </a:pPr>
            <a:r>
              <a:rPr lang="en-US" sz="3200" dirty="0"/>
              <a:t> x is not greater than 5</a:t>
            </a:r>
          </a:p>
        </p:txBody>
      </p:sp>
      <p:pic>
        <p:nvPicPr>
          <p:cNvPr id="3" name="Picture 2" descr="A black background with text&#10;&#10;AI-generated content may be incorrect.">
            <a:extLst>
              <a:ext uri="{FF2B5EF4-FFF2-40B4-BE49-F238E27FC236}">
                <a16:creationId xmlns:a16="http://schemas.microsoft.com/office/drawing/2014/main" id="{337D9DB2-5066-49D3-BDA4-4B3513B77536}"/>
              </a:ext>
            </a:extLst>
          </p:cNvPr>
          <p:cNvPicPr>
            <a:picLocks noChangeAspect="1"/>
          </p:cNvPicPr>
          <p:nvPr/>
        </p:nvPicPr>
        <p:blipFill>
          <a:blip r:embed="rId3"/>
          <a:stretch>
            <a:fillRect/>
          </a:stretch>
        </p:blipFill>
        <p:spPr>
          <a:xfrm>
            <a:off x="2209800" y="1535579"/>
            <a:ext cx="7772400" cy="1946844"/>
          </a:xfrm>
          <a:prstGeom prst="rect">
            <a:avLst/>
          </a:prstGeom>
        </p:spPr>
      </p:pic>
    </p:spTree>
    <p:extLst>
      <p:ext uri="{BB962C8B-B14F-4D97-AF65-F5344CB8AC3E}">
        <p14:creationId xmlns:p14="http://schemas.microsoft.com/office/powerpoint/2010/main" val="3474573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94F9-E66C-E685-B9D7-114E260FE9ED}"/>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86BB3740-E993-4D61-D786-7689DA9E7057}"/>
              </a:ext>
            </a:extLst>
          </p:cNvPr>
          <p:cNvSpPr>
            <a:spLocks noGrp="1"/>
          </p:cNvSpPr>
          <p:nvPr>
            <p:ph type="title" idx="4294967295"/>
          </p:nvPr>
        </p:nvSpPr>
        <p:spPr>
          <a:xfrm>
            <a:off x="414971" y="-963488"/>
            <a:ext cx="11008413" cy="792163"/>
          </a:xfrm>
        </p:spPr>
        <p:txBody>
          <a:bodyPr vert="horz" lIns="0" tIns="0" rIns="0" bIns="0" rtlCol="0" anchor="b" anchorCtr="0">
            <a:noAutofit/>
          </a:bodyPr>
          <a:lstStyle/>
          <a:p>
            <a:r>
              <a:rPr lang="en-US" dirty="0"/>
              <a:t>Get the future you want</a:t>
            </a:r>
          </a:p>
        </p:txBody>
      </p:sp>
      <p:sp>
        <p:nvSpPr>
          <p:cNvPr id="6" name="TextBox 5">
            <a:extLst>
              <a:ext uri="{FF2B5EF4-FFF2-40B4-BE49-F238E27FC236}">
                <a16:creationId xmlns:a16="http://schemas.microsoft.com/office/drawing/2014/main" id="{8797AC89-7866-46CA-1468-B57ED6EFC14A}"/>
              </a:ext>
            </a:extLst>
          </p:cNvPr>
          <p:cNvSpPr txBox="1"/>
          <p:nvPr/>
        </p:nvSpPr>
        <p:spPr>
          <a:xfrm>
            <a:off x="263352" y="2420888"/>
            <a:ext cx="6098240" cy="1323439"/>
          </a:xfrm>
          <a:prstGeom prst="rect">
            <a:avLst/>
          </a:prstGeom>
          <a:noFill/>
        </p:spPr>
        <p:txBody>
          <a:bodyPr wrap="square">
            <a:spAutoFit/>
          </a:bodyPr>
          <a:lstStyle/>
          <a:p>
            <a:r>
              <a:rPr kumimoji="0" lang="en-US" sz="8000" b="0" i="0" u="none" strike="noStrike" kern="1200" cap="none" spc="0" normalizeH="0" baseline="0" noProof="0" dirty="0">
                <a:ln>
                  <a:noFill/>
                </a:ln>
                <a:solidFill>
                  <a:schemeClr val="bg1"/>
                </a:solidFill>
                <a:effectLst/>
                <a:uLnTx/>
                <a:uFillTx/>
                <a:latin typeface="+mj-lt"/>
                <a:ea typeface="+mn-ea"/>
                <a:cs typeface="+mn-cs"/>
              </a:rPr>
              <a:t>Lab</a:t>
            </a:r>
            <a:endParaRPr lang="en-US" sz="8000" dirty="0"/>
          </a:p>
        </p:txBody>
      </p:sp>
    </p:spTree>
    <p:extLst>
      <p:ext uri="{BB962C8B-B14F-4D97-AF65-F5344CB8AC3E}">
        <p14:creationId xmlns:p14="http://schemas.microsoft.com/office/powerpoint/2010/main" val="12541653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637A8-3024-F1AB-D309-B2FC1BD884A7}"/>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93BE0AFB-19D2-30C9-354C-56607BCD1E0E}"/>
              </a:ext>
            </a:extLst>
          </p:cNvPr>
          <p:cNvSpPr>
            <a:spLocks noGrp="1"/>
          </p:cNvSpPr>
          <p:nvPr>
            <p:ph type="title" idx="4294967295"/>
          </p:nvPr>
        </p:nvSpPr>
        <p:spPr>
          <a:xfrm>
            <a:off x="414971" y="-963488"/>
            <a:ext cx="11008413" cy="792163"/>
          </a:xfrm>
        </p:spPr>
        <p:txBody>
          <a:bodyPr vert="horz" lIns="0" tIns="0" rIns="0" bIns="0" rtlCol="0" anchor="b" anchorCtr="0">
            <a:noAutofit/>
          </a:bodyPr>
          <a:lstStyle/>
          <a:p>
            <a:r>
              <a:rPr lang="en-US" dirty="0"/>
              <a:t>Get the future you want</a:t>
            </a:r>
          </a:p>
        </p:txBody>
      </p:sp>
      <p:sp>
        <p:nvSpPr>
          <p:cNvPr id="6" name="TextBox 5">
            <a:extLst>
              <a:ext uri="{FF2B5EF4-FFF2-40B4-BE49-F238E27FC236}">
                <a16:creationId xmlns:a16="http://schemas.microsoft.com/office/drawing/2014/main" id="{E533BF5B-21BA-AB3F-B477-4508CE8DCCEF}"/>
              </a:ext>
            </a:extLst>
          </p:cNvPr>
          <p:cNvSpPr txBox="1"/>
          <p:nvPr/>
        </p:nvSpPr>
        <p:spPr>
          <a:xfrm>
            <a:off x="263352" y="2420888"/>
            <a:ext cx="11008412" cy="1323439"/>
          </a:xfrm>
          <a:prstGeom prst="rect">
            <a:avLst/>
          </a:prstGeom>
          <a:noFill/>
        </p:spPr>
        <p:txBody>
          <a:bodyPr wrap="square">
            <a:spAutoFit/>
          </a:bodyPr>
          <a:lstStyle/>
          <a:p>
            <a:r>
              <a:rPr kumimoji="0" lang="en-US" sz="8000" b="0" i="0" u="none" strike="noStrike" kern="1200" cap="none" spc="0" normalizeH="0" baseline="0" noProof="0" dirty="0">
                <a:ln>
                  <a:noFill/>
                </a:ln>
                <a:solidFill>
                  <a:schemeClr val="bg1"/>
                </a:solidFill>
                <a:effectLst/>
                <a:uLnTx/>
                <a:uFillTx/>
                <a:latin typeface="+mj-lt"/>
                <a:ea typeface="+mn-ea"/>
                <a:cs typeface="+mn-cs"/>
              </a:rPr>
              <a:t>Questions?</a:t>
            </a:r>
            <a:endParaRPr lang="en-US" sz="8000" dirty="0"/>
          </a:p>
        </p:txBody>
      </p:sp>
    </p:spTree>
    <p:extLst>
      <p:ext uri="{BB962C8B-B14F-4D97-AF65-F5344CB8AC3E}">
        <p14:creationId xmlns:p14="http://schemas.microsoft.com/office/powerpoint/2010/main" val="21552954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E59F6EC2-3259-6B8F-1AB5-3D333A1568CD}"/>
              </a:ext>
            </a:extLst>
          </p:cNvPr>
          <p:cNvSpPr txBox="1">
            <a:spLocks noGrp="1"/>
          </p:cNvSpPr>
          <p:nvPr>
            <p:ph type="title" idx="4294967295"/>
          </p:nvPr>
        </p:nvSpPr>
        <p:spPr>
          <a:xfrm>
            <a:off x="407368" y="1370585"/>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dirty="0">
                <a:ln>
                  <a:noFill/>
                </a:ln>
                <a:solidFill>
                  <a:schemeClr val="lt1"/>
                </a:solidFill>
                <a:effectLst/>
                <a:uLnTx/>
                <a:uFillTx/>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Ubuntu" panose="020B0504030602030204" pitchFamily="34" charset="0"/>
                <a:ea typeface="+mn-ea"/>
                <a:cs typeface="+mn-cs"/>
              </a:rPr>
              <a:t>About Capgemini</a:t>
            </a:r>
          </a:p>
        </p:txBody>
      </p:sp>
      <p:sp>
        <p:nvSpPr>
          <p:cNvPr id="3" name="Rectangle 2">
            <a:extLst>
              <a:ext uri="{FF2B5EF4-FFF2-40B4-BE49-F238E27FC236}">
                <a16:creationId xmlns:a16="http://schemas.microsoft.com/office/drawing/2014/main" id="{EDF9EDF8-40AB-E0AD-D8C7-5E64EAC034B8}"/>
              </a:ext>
            </a:extLst>
          </p:cNvPr>
          <p:cNvSpPr/>
          <p:nvPr/>
        </p:nvSpPr>
        <p:spPr>
          <a:xfrm>
            <a:off x="407369" y="1749849"/>
            <a:ext cx="4248471"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b="0" i="0" dirty="0">
                <a:solidFill>
                  <a:schemeClr val="bg1"/>
                </a:solidFill>
                <a:effectLst/>
                <a:latin typeface="Ubuntu" panose="020B0504030602030204" pitchFamily="34" charset="0"/>
              </a:rPr>
              <a:t>Capgemini is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generative AI, cloud and data, combined with its deep industry expertise and partner ecosystem. The Group reported 2024 global revenues of €22.1 billion.</a:t>
            </a:r>
            <a:endParaRPr lang="en-US" sz="900" dirty="0">
              <a:solidFill>
                <a:schemeClr val="bg1"/>
              </a:solidFill>
              <a:effectLst/>
              <a:ea typeface="Calibri" panose="020F0502020204030204" pitchFamily="34" charset="0"/>
            </a:endParaRPr>
          </a:p>
        </p:txBody>
      </p:sp>
      <p:sp>
        <p:nvSpPr>
          <p:cNvPr id="4" name="Rectangle 3">
            <a:extLst>
              <a:ext uri="{FF2B5EF4-FFF2-40B4-BE49-F238E27FC236}">
                <a16:creationId xmlns:a16="http://schemas.microsoft.com/office/drawing/2014/main" id="{B93B4775-8797-AD8F-D702-6C1CA598D233}"/>
              </a:ext>
            </a:extLst>
          </p:cNvPr>
          <p:cNvSpPr/>
          <p:nvPr/>
        </p:nvSpPr>
        <p:spPr>
          <a:xfrm>
            <a:off x="407368"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900" dirty="0">
                <a:solidFill>
                  <a:schemeClr val="bg1"/>
                </a:solidFill>
                <a:effectLst/>
                <a:latin typeface="Ubuntu" panose="020B0504030602030204" pitchFamily="34" charset="0"/>
              </a:rPr>
              <a:t>Get the future you want | </a:t>
            </a:r>
            <a:r>
              <a:rPr lang="en-US" sz="1050" dirty="0">
                <a:solidFill>
                  <a:schemeClr val="accent2"/>
                </a:solidFill>
                <a:latin typeface="Ubuntu" panose="020B0504030602030204" pitchFamily="34" charset="0"/>
              </a:rPr>
              <a:t>www.capgemini.com</a:t>
            </a:r>
          </a:p>
        </p:txBody>
      </p:sp>
    </p:spTree>
    <p:extLst>
      <p:ext uri="{BB962C8B-B14F-4D97-AF65-F5344CB8AC3E}">
        <p14:creationId xmlns:p14="http://schemas.microsoft.com/office/powerpoint/2010/main" val="34918186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AGENDAWIZARD" val="&lt;ee4p&gt;&lt;layouts&gt;&lt;layout name=&quot;Capgemini invent Line Grey&quot; id=&quot;435_2&quot;&gt;&lt;standard&gt;&lt;textframe horizontalAnchor=&quot;1&quot; marginBottom=&quot;0&quot; marginLeft=&quot;0&quot; marginRight=&quot;0&quot; marginTop=&quot;0&quot; orientation=&quot;1&quot; verticalAnchor=&quot;1&quot; /&gt;&lt;font name=&quot;Ubuntu&quot; bold=&quot;0&quot; italic=&quot;0&quot; color=&quot;#ffffff&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hadow visible=&quot;0&quot; /&gt;&lt;/standard&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gt;&lt;columns&gt;&lt;column field=&quot;itemno&quot; label=&quot;No.&quot; checked=&quot;1&quot; leftSpacing=&quot;0&quot; rightSpacing=&quot;0&quot; dock=&quot;1&quot; fixedWidth=&quot;52&quot; /&gt;&lt;column field=&quot;topic&quot; label=&quot;Topic&quot; leftSpacing=&quot;10&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84.31764&quot; top=&quot;128.4218&quot; width=&quot;611.1824&quot; height=&quot;379.8731&quot; /&gt;&lt;settings allowedSizingModeIds=&quot;1|2&quot; allowedFontSizes=&quot;8|9|10|10.5|11|12|14|16|18&quot; allowedTimeFormatIds=&quot;1|2|3&quot; slideLayout=&quot;11&quot; customLayoutName=&quot;1_Agenda&quot; customLayoutNameBackup=&quot;1_Agenda&quot; customLayoutIndex=&quot;&quot; showBreak=&quot;1&quot; singleAgendaSlideSelected=&quot;0&quot; backupSlideTitle=&quot;Backup: %agendaName%&quot; topMargin=&quot;0&quot; leftMargin=&quot;0&quot; allowedLevels=&quot;4&quot; itemNoFormats=&quot;{1:2}¦{1:2}.{2}¦{3:alphaLC}¦{3:alphaLC}.{4:alphaLC}&quot; /&gt;&lt;!-- Agenda item formats --&gt;&lt;cases&gt;&lt;case level=&quot;1&quot; selected=&quot;0&quot; break=&quot;0&quot; topMinSpacing=&quot;15&quot; topMaxSpacing=&quot;15&quot; bottomMinSpacing=&quot;0&quot; bottomMaxSpacing=&quot;0&quo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0&quot; break=&quot;0&quot; topMinSpacing=&quot;15&quot; topMaxSpacing=&quot;15&quot; bottomMinSpacing=&quot;0&quot; bottomMaxSpacing=&quot;0&quo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0&quot; break=&quot;1&quot; topMinSpacing=&quot;15&quot; topMaxSpacing=&quot;15&quot; bottomMinSpacing=&quot;0&quot; bottomMaxSpacing=&quot;0&quo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 level=&quot;1&quot; selected=&quot;1&quot; break=&quot;1&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s&gt;&lt;!-- Elements on slide independent of items --&gt;&lt;elements&gt;&lt;!--   &lt;element type=&quot;picture&quot; picture=&quot;image.png&quot; value=&quot;asdf&quot;  &gt;&#10;          &lt;position left=&quot;-278.9405&quot; top=&quot;-142.375&quot; width=&quot;457.6407&quot; height=&quot;540.0002&quot;/&gt;        &#10;        &lt;/element&gt;&#10;&#10;        &lt;element type=&quot;picture&quot; picture=&quot;BG_blue.png&quot; value=&quot;asdf&quot;  &gt;&#10;          &lt;position left=&quot;-278.9405&quot; top=&quot;-142.375&quot; width=&quot;960&quot; height=&quot;540&quot;/&gt;        &#10;        &lt;/element&gt; --&gt;&lt;/elements&gt;&lt;/layout&gt;&lt;/layouts&gt;&lt;contents&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layoutId=&quot;435_2&quot; hideSeparatingSlides=&quot;0&quot; createSections=&quot;0&quot; singleSlideId=&quot;4a985bb3-9c0f-4d30-bab0-e861f6c1f7d9&quot; backupSlideId=&quot;59f12b8f-bcfa-4c72-806d-af721da5741a&quot;&gt;&lt;columns leftSpacing=&quot;0&quot; rightSpacing=&quot;0&quot;&gt;&lt;column field=&quot;itemno&quot; label=&quot;No.&quot; checked=&quot;1&quot; leftSpacing=&quot;0&quot; rightSpacing=&quot;0&quot; dock=&quot;1&quot; fixedWidth=&quot;52&quot; /&gt;&lt;column field=&quot;topic&quot; label=&quot;Topic&quot; leftSpacing=&quot;10&quot; rightDistribute=&quot;1&quot; dock=&quot;1&quot; rightSpacing=&quot;114.0997&quot; /&gt;&lt;column field=&quot;responsible&quot; label=&quot;Responsible&quot; visible=&quot;1&quot; checked=&quot;1&quot; leftSpacing=&quot;10&quot; rightDistribute=&quot;1&quot; dock=&quot;1&quot; rightSpacing=&quot;114.0997&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gt;&lt;item duration=&quot;30&quot; id=&quot;f30ff3b2-059e-47be-bfce-20f89c801ddd&quot; parentId=&quot;&quot; level=&quot;1&quot; generateAgendaSlide=&quot;1&quot; showAgendaItem=&quot;1&quot; isBreak=&quot;0&quot; topic=&quot;Part 1&quot; agendaSlideId=&quot;af0b860f-cd42-4a9e-9c99-a53635a9e083&quot; /&gt;&lt;item duration=&quot;30&quot; id=&quot;7f2c9adb-5359-438f-8174-f3799807dfb9&quot; parentId=&quot;&quot; level=&quot;1&quot; generateAgendaSlide=&quot;1&quot; showAgendaItem=&quot;1&quot; isBreak=&quot;0&quot; topic=&quot;Part 2&quot; agendaSlideId=&quot;07e6bc76-8a2b-48ad-97c4-1f85e540bbd5&quot; /&gt;&lt;item duration=&quot;30&quot; id=&quot;00ba97b5-5509-49fc-95b8-9afe1f8e54cf&quot; parentId=&quot;&quot; level=&quot;1&quot; generateAgendaSlide=&quot;1&quot; showAgendaItem=&quot;1&quot; isBreak=&quot;0&quot; topic=&quot;Part 3&quot; agendaSlideId=&quot;4d6dfe7c-00a3-4d20-aa7f-6447da594e0a&quot; /&gt;&lt;item duration=&quot;30&quot; id=&quot;d6c20a75-a816-4fd9-9cac-9e1eb824eb5f&quot; parentId=&quot;&quot; level=&quot;1&quot; generateAgendaSlide=&quot;1&quot; showAgendaItem=&quot;1&quot; isBreak=&quot;0&quot; topic=&quot;Part 4&quot; agendaSlideId=&quot;d29762e6-a410-4070-9806-5d73acff4eaf&quot; /&gt;&lt;/items&gt;&lt;/agenda&gt;&lt;/contents&gt;&lt;/ee4p&gt;"/>
  <p:tag name="EE4P_STYLE_ID" val="3edb2f5e-e25b-4bbf-81ee-2b4396447386"/>
</p:tagLst>
</file>

<file path=ppt/theme/theme1.xml><?xml version="1.0" encoding="utf-8"?>
<a:theme xmlns:a="http://schemas.openxmlformats.org/drawingml/2006/main" name="Capgemini_2025">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5-new.pptx" id="{1A5E21FD-F1C4-4602-B93C-205760177B2A}" vid="{524A17E9-0B99-43DD-868E-483190FF6BA1}"/>
    </a:ext>
  </a:extLst>
</a:theme>
</file>

<file path=ppt/theme/theme2.xml><?xml version="1.0" encoding="utf-8"?>
<a:theme xmlns:a="http://schemas.openxmlformats.org/drawingml/2006/main" name="Tema do Offic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D005C7-03E4-4069-A4FB-9A9D17E8A0A1}">
  <we:reference id="wa200000729" version="3.19.222.0" store="en-US" storeType="OMEX"/>
  <we:alternateReferences>
    <we:reference id="wa200000729" version="3.19.222.0" store="WA200000729"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Capgemini_2025</Template>
  <TotalTime>167</TotalTime>
  <Words>981</Words>
  <Application>Microsoft Macintosh PowerPoint</Application>
  <PresentationFormat>Widescreen</PresentationFormat>
  <Paragraphs>131</Paragraphs>
  <Slides>24</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Calibri</vt:lpstr>
      <vt:lpstr>Wingdings</vt:lpstr>
      <vt:lpstr>Ubuntu Light</vt:lpstr>
      <vt:lpstr>Segoe Sans</vt:lpstr>
      <vt:lpstr>Verdana</vt:lpstr>
      <vt:lpstr>Ubuntu</vt:lpstr>
      <vt:lpstr>Arial</vt:lpstr>
      <vt:lpstr>Ubuntu Medium</vt:lpstr>
      <vt:lpstr>Capgemini_2025</vt:lpstr>
      <vt:lpstr>Conditionals - If</vt:lpstr>
      <vt:lpstr>What is an If?</vt:lpstr>
      <vt:lpstr>What is an If?</vt:lpstr>
      <vt:lpstr>What is an If?</vt:lpstr>
      <vt:lpstr>Else &amp; Else If</vt:lpstr>
      <vt:lpstr>What is an Else?</vt:lpstr>
      <vt:lpstr>Short Statement with if</vt:lpstr>
      <vt:lpstr>Get the future you want</vt:lpstr>
      <vt:lpstr>1. What will the following code print?</vt:lpstr>
      <vt:lpstr>2. What is the output of this code?</vt:lpstr>
      <vt:lpstr>3. What does this code print?</vt:lpstr>
      <vt:lpstr>4. What is the output of this code?</vt:lpstr>
      <vt:lpstr>5. What will this code print?</vt:lpstr>
      <vt:lpstr>6. What is the output of this code?</vt:lpstr>
      <vt:lpstr>Get the future you want</vt:lpstr>
      <vt:lpstr>1. What will the following code print?</vt:lpstr>
      <vt:lpstr>2. What is the output of this code?</vt:lpstr>
      <vt:lpstr>3. What does this code print?</vt:lpstr>
      <vt:lpstr>4. What is the output of this code?</vt:lpstr>
      <vt:lpstr>5. What will this code print?</vt:lpstr>
      <vt:lpstr>6. What is the output of this code?</vt:lpstr>
      <vt:lpstr>Get the future you want</vt:lpstr>
      <vt:lpstr>Get the future you want</vt:lpstr>
      <vt:lpstr>About Capgemini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Template</dc:subject>
  <dc:creator>Evans, Ian</dc:creator>
  <cp:lastModifiedBy>Edwards, Jason</cp:lastModifiedBy>
  <cp:revision>8</cp:revision>
  <dcterms:created xsi:type="dcterms:W3CDTF">2025-06-04T12:01:14Z</dcterms:created>
  <dcterms:modified xsi:type="dcterms:W3CDTF">2025-06-27T15:31:09Z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0x01010041EE8B34568B7041A5F0B3041B85A64D</vt:lpwstr>
  </property>
  <property fmtid="{D5CDD505-2E9C-101B-9397-08002B2CF9AE}" pid="3" name="MediaServiceImageTags">
    <vt:lpwstr/>
  </property>
</Properties>
</file>