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3"/>
  </p:sldMasterIdLst>
  <p:notesMasterIdLst>
    <p:notesMasterId r:id="rId22"/>
  </p:notesMasterIdLst>
  <p:sldIdLst>
    <p:sldId id="330" r:id="rId4"/>
    <p:sldId id="331" r:id="rId5"/>
    <p:sldId id="333" r:id="rId6"/>
    <p:sldId id="334" r:id="rId7"/>
    <p:sldId id="335" r:id="rId8"/>
    <p:sldId id="338" r:id="rId9"/>
    <p:sldId id="337" r:id="rId10"/>
    <p:sldId id="336" r:id="rId11"/>
    <p:sldId id="339" r:id="rId12"/>
    <p:sldId id="340" r:id="rId13"/>
    <p:sldId id="341" r:id="rId14"/>
    <p:sldId id="342" r:id="rId15"/>
    <p:sldId id="343" r:id="rId16"/>
    <p:sldId id="344" r:id="rId17"/>
    <p:sldId id="346" r:id="rId18"/>
    <p:sldId id="345" r:id="rId19"/>
    <p:sldId id="347" r:id="rId20"/>
    <p:sldId id="332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0F11"/>
    <a:srgbClr val="080607"/>
    <a:srgbClr val="ADEABC"/>
    <a:srgbClr val="DF8E90"/>
    <a:srgbClr val="ADADAD"/>
    <a:srgbClr val="A592E7"/>
    <a:srgbClr val="DFAEAD"/>
    <a:srgbClr val="371754"/>
    <a:srgbClr val="421D62"/>
    <a:srgbClr val="2A1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1596E-2AEC-5E4B-8E74-082C8D1DE87C}" v="16" dt="2024-05-22T14:28:04.653"/>
  </p1510:revLst>
</p1510:revInfo>
</file>

<file path=ppt/tableStyles.xml><?xml version="1.0" encoding="utf-8"?>
<a:tblStyleLst xmlns:a="http://schemas.openxmlformats.org/drawingml/2006/main" def="{B2620347-C025-4E77-A790-17E104F87EA8}">
  <a:tblStyle styleId="{B2620347-C025-4E77-A790-17E104F87E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/>
    <p:restoredTop sz="94648"/>
  </p:normalViewPr>
  <p:slideViewPr>
    <p:cSldViewPr snapToGrid="0">
      <p:cViewPr varScale="1">
        <p:scale>
          <a:sx n="140" d="100"/>
          <a:sy n="140" d="100"/>
        </p:scale>
        <p:origin x="200" y="6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rington, Ben" userId="1130aac0-c87a-4916-9ba1-bee1bba910c3" providerId="ADAL" clId="{7C71596E-2AEC-5E4B-8E74-082C8D1DE87C}"/>
    <pc:docChg chg="undo custSel addSld delSld modSld modMainMaster">
      <pc:chgData name="Carrington, Ben" userId="1130aac0-c87a-4916-9ba1-bee1bba910c3" providerId="ADAL" clId="{7C71596E-2AEC-5E4B-8E74-082C8D1DE87C}" dt="2024-05-22T14:28:04.653" v="188" actId="20577"/>
      <pc:docMkLst>
        <pc:docMk/>
      </pc:docMkLst>
      <pc:sldChg chg="addSp delSp modSp del mod setBg">
        <pc:chgData name="Carrington, Ben" userId="1130aac0-c87a-4916-9ba1-bee1bba910c3" providerId="ADAL" clId="{7C71596E-2AEC-5E4B-8E74-082C8D1DE87C}" dt="2024-04-29T07:56:46.793" v="85" actId="2696"/>
        <pc:sldMkLst>
          <pc:docMk/>
          <pc:sldMk cId="0" sldId="256"/>
        </pc:sldMkLst>
        <pc:spChg chg="add mod">
          <ac:chgData name="Carrington, Ben" userId="1130aac0-c87a-4916-9ba1-bee1bba910c3" providerId="ADAL" clId="{7C71596E-2AEC-5E4B-8E74-082C8D1DE87C}" dt="2024-04-29T07:49:22.052" v="37" actId="207"/>
          <ac:spMkLst>
            <pc:docMk/>
            <pc:sldMk cId="0" sldId="256"/>
            <ac:spMk id="2" creationId="{1891DABC-68AD-3F46-E293-6F9D9D52B069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4" creationId="{EA4A9C42-7E44-8330-79A7-7BEB6368B61C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5" creationId="{4D52F670-1E9C-E19F-EDE8-88B9BCA63E9C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6" creationId="{CB808ED6-AF88-4FB9-68EB-6D5218D95871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7" creationId="{810E134F-8BD4-8A6E-8175-EC7E141B57AA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8" creationId="{8D2BB34C-F000-1320-4317-8783FCD6B49E}"/>
          </ac:spMkLst>
        </pc:spChg>
        <pc:spChg chg="add mod">
          <ac:chgData name="Carrington, Ben" userId="1130aac0-c87a-4916-9ba1-bee1bba910c3" providerId="ADAL" clId="{7C71596E-2AEC-5E4B-8E74-082C8D1DE87C}" dt="2024-04-29T07:48:43.176" v="36"/>
          <ac:spMkLst>
            <pc:docMk/>
            <pc:sldMk cId="0" sldId="256"/>
            <ac:spMk id="9" creationId="{0FD6BC87-C8ED-2765-2334-14CCC1260879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1" creationId="{B476C6BF-6A10-712F-C6FA-F6A1B9156B4C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2" creationId="{871E633D-8BF6-0CD5-E3A5-6B2870A8A551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3" creationId="{579CFA44-80CF-2EB0-C6ED-CA847E450F99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4" creationId="{5C339161-C9D3-C35B-D5B9-911CDC1540E1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5" creationId="{9DCF46DD-08B4-CC53-3CF6-DA7446C302FA}"/>
          </ac:spMkLst>
        </pc:spChg>
        <pc:spChg chg="add mod">
          <ac:chgData name="Carrington, Ben" userId="1130aac0-c87a-4916-9ba1-bee1bba910c3" providerId="ADAL" clId="{7C71596E-2AEC-5E4B-8E74-082C8D1DE87C}" dt="2024-04-29T07:50:53.514" v="66" actId="20577"/>
          <ac:spMkLst>
            <pc:docMk/>
            <pc:sldMk cId="0" sldId="256"/>
            <ac:spMk id="16" creationId="{20EEA392-9CDB-FD28-FEB1-86DD0F5CD0B9}"/>
          </ac:spMkLst>
        </pc:spChg>
        <pc:spChg chg="del">
          <ac:chgData name="Carrington, Ben" userId="1130aac0-c87a-4916-9ba1-bee1bba910c3" providerId="ADAL" clId="{7C71596E-2AEC-5E4B-8E74-082C8D1DE87C}" dt="2024-04-29T07:50:13.036" v="42" actId="478"/>
          <ac:spMkLst>
            <pc:docMk/>
            <pc:sldMk cId="0" sldId="256"/>
            <ac:spMk id="54" creationId="{00000000-0000-0000-0000-000000000000}"/>
          </ac:spMkLst>
        </pc:spChg>
        <pc:grpChg chg="add del mod">
          <ac:chgData name="Carrington, Ben" userId="1130aac0-c87a-4916-9ba1-bee1bba910c3" providerId="ADAL" clId="{7C71596E-2AEC-5E4B-8E74-082C8D1DE87C}" dt="2024-04-29T07:50:14.470" v="43" actId="478"/>
          <ac:grpSpMkLst>
            <pc:docMk/>
            <pc:sldMk cId="0" sldId="256"/>
            <ac:grpSpMk id="3" creationId="{65166D00-089A-EED2-083D-95E94489E9EF}"/>
          </ac:grpSpMkLst>
        </pc:grpChg>
        <pc:grpChg chg="add mod">
          <ac:chgData name="Carrington, Ben" userId="1130aac0-c87a-4916-9ba1-bee1bba910c3" providerId="ADAL" clId="{7C71596E-2AEC-5E4B-8E74-082C8D1DE87C}" dt="2024-04-29T07:49:27.891" v="38"/>
          <ac:grpSpMkLst>
            <pc:docMk/>
            <pc:sldMk cId="0" sldId="256"/>
            <ac:grpSpMk id="10" creationId="{C71CF2D8-7980-B7DE-7F36-E51A6A01265A}"/>
          </ac:grpSpMkLst>
        </pc:grpChg>
        <pc:picChg chg="add del">
          <ac:chgData name="Carrington, Ben" userId="1130aac0-c87a-4916-9ba1-bee1bba910c3" providerId="ADAL" clId="{7C71596E-2AEC-5E4B-8E74-082C8D1DE87C}" dt="2024-04-29T07:50:13.036" v="42" actId="478"/>
          <ac:picMkLst>
            <pc:docMk/>
            <pc:sldMk cId="0" sldId="256"/>
            <ac:picMk id="1026" creationId="{E6EECED0-4824-AC85-779B-825C51705F9B}"/>
          </ac:picMkLst>
        </pc:picChg>
        <pc:picChg chg="add mod">
          <ac:chgData name="Carrington, Ben" userId="1130aac0-c87a-4916-9ba1-bee1bba910c3" providerId="ADAL" clId="{7C71596E-2AEC-5E4B-8E74-082C8D1DE87C}" dt="2024-04-29T07:55:54.938" v="81" actId="1076"/>
          <ac:picMkLst>
            <pc:docMk/>
            <pc:sldMk cId="0" sldId="256"/>
            <ac:picMk id="1028" creationId="{942131FF-A57E-C155-E4D0-77264AA1BA6F}"/>
          </ac:picMkLst>
        </pc:picChg>
      </pc:sldChg>
      <pc:sldChg chg="addSp modSp mod">
        <pc:chgData name="Carrington, Ben" userId="1130aac0-c87a-4916-9ba1-bee1bba910c3" providerId="ADAL" clId="{7C71596E-2AEC-5E4B-8E74-082C8D1DE87C}" dt="2024-04-29T07:52:19.374" v="79"/>
        <pc:sldMkLst>
          <pc:docMk/>
          <pc:sldMk cId="0" sldId="257"/>
        </pc:sldMkLst>
        <pc:spChg chg="mod">
          <ac:chgData name="Carrington, Ben" userId="1130aac0-c87a-4916-9ba1-bee1bba910c3" providerId="ADAL" clId="{7C71596E-2AEC-5E4B-8E74-082C8D1DE87C}" dt="2024-04-29T07:44:09.552" v="0" actId="27636"/>
          <ac:spMkLst>
            <pc:docMk/>
            <pc:sldMk cId="0" sldId="257"/>
            <ac:spMk id="61" creationId="{00000000-0000-0000-0000-000000000000}"/>
          </ac:spMkLst>
        </pc:spChg>
        <pc:picChg chg="add">
          <ac:chgData name="Carrington, Ben" userId="1130aac0-c87a-4916-9ba1-bee1bba910c3" providerId="ADAL" clId="{7C71596E-2AEC-5E4B-8E74-082C8D1DE87C}" dt="2024-04-29T07:52:16.949" v="77"/>
          <ac:picMkLst>
            <pc:docMk/>
            <pc:sldMk cId="0" sldId="257"/>
            <ac:picMk id="3074" creationId="{20E7C3C8-1A3B-F1DC-0F0F-30C33DAB7051}"/>
          </ac:picMkLst>
        </pc:picChg>
        <pc:picChg chg="add mod">
          <ac:chgData name="Carrington, Ben" userId="1130aac0-c87a-4916-9ba1-bee1bba910c3" providerId="ADAL" clId="{7C71596E-2AEC-5E4B-8E74-082C8D1DE87C}" dt="2024-04-29T07:52:19.374" v="79"/>
          <ac:picMkLst>
            <pc:docMk/>
            <pc:sldMk cId="0" sldId="257"/>
            <ac:picMk id="3076" creationId="{38607BD3-92A1-7F43-F8DE-1C151545CC00}"/>
          </ac:picMkLst>
        </pc:picChg>
      </pc:sldChg>
      <pc:sldChg chg="modSp mod">
        <pc:chgData name="Carrington, Ben" userId="1130aac0-c87a-4916-9ba1-bee1bba910c3" providerId="ADAL" clId="{7C71596E-2AEC-5E4B-8E74-082C8D1DE87C}" dt="2024-05-21T14:14:15.083" v="89" actId="2711"/>
        <pc:sldMkLst>
          <pc:docMk/>
          <pc:sldMk cId="0" sldId="261"/>
        </pc:sldMkLst>
        <pc:spChg chg="mod">
          <ac:chgData name="Carrington, Ben" userId="1130aac0-c87a-4916-9ba1-bee1bba910c3" providerId="ADAL" clId="{7C71596E-2AEC-5E4B-8E74-082C8D1DE87C}" dt="2024-05-21T14:14:15.083" v="89" actId="2711"/>
          <ac:spMkLst>
            <pc:docMk/>
            <pc:sldMk cId="0" sldId="261"/>
            <ac:spMk id="8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66" v="1" actId="27636"/>
        <pc:sldMkLst>
          <pc:docMk/>
          <pc:sldMk cId="0" sldId="265"/>
        </pc:sldMkLst>
        <pc:spChg chg="mod">
          <ac:chgData name="Carrington, Ben" userId="1130aac0-c87a-4916-9ba1-bee1bba910c3" providerId="ADAL" clId="{7C71596E-2AEC-5E4B-8E74-082C8D1DE87C}" dt="2024-04-29T07:44:09.566" v="1" actId="27636"/>
          <ac:spMkLst>
            <pc:docMk/>
            <pc:sldMk cId="0" sldId="265"/>
            <ac:spMk id="11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72" v="2" actId="27636"/>
        <pc:sldMkLst>
          <pc:docMk/>
          <pc:sldMk cId="0" sldId="267"/>
        </pc:sldMkLst>
        <pc:spChg chg="mod">
          <ac:chgData name="Carrington, Ben" userId="1130aac0-c87a-4916-9ba1-bee1bba910c3" providerId="ADAL" clId="{7C71596E-2AEC-5E4B-8E74-082C8D1DE87C}" dt="2024-04-29T07:44:09.572" v="2" actId="27636"/>
          <ac:spMkLst>
            <pc:docMk/>
            <pc:sldMk cId="0" sldId="267"/>
            <ac:spMk id="125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89" v="3" actId="27636"/>
        <pc:sldMkLst>
          <pc:docMk/>
          <pc:sldMk cId="0" sldId="275"/>
        </pc:sldMkLst>
        <pc:spChg chg="mod">
          <ac:chgData name="Carrington, Ben" userId="1130aac0-c87a-4916-9ba1-bee1bba910c3" providerId="ADAL" clId="{7C71596E-2AEC-5E4B-8E74-082C8D1DE87C}" dt="2024-04-29T07:44:09.589" v="3" actId="27636"/>
          <ac:spMkLst>
            <pc:docMk/>
            <pc:sldMk cId="0" sldId="275"/>
            <ac:spMk id="17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92" v="4" actId="27636"/>
        <pc:sldMkLst>
          <pc:docMk/>
          <pc:sldMk cId="0" sldId="276"/>
        </pc:sldMkLst>
        <pc:spChg chg="mod">
          <ac:chgData name="Carrington, Ben" userId="1130aac0-c87a-4916-9ba1-bee1bba910c3" providerId="ADAL" clId="{7C71596E-2AEC-5E4B-8E74-082C8D1DE87C}" dt="2024-04-29T07:44:09.592" v="4" actId="27636"/>
          <ac:spMkLst>
            <pc:docMk/>
            <pc:sldMk cId="0" sldId="276"/>
            <ac:spMk id="179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97" v="5" actId="27636"/>
        <pc:sldMkLst>
          <pc:docMk/>
          <pc:sldMk cId="0" sldId="277"/>
        </pc:sldMkLst>
        <pc:spChg chg="mod">
          <ac:chgData name="Carrington, Ben" userId="1130aac0-c87a-4916-9ba1-bee1bba910c3" providerId="ADAL" clId="{7C71596E-2AEC-5E4B-8E74-082C8D1DE87C}" dt="2024-04-29T07:44:09.597" v="5" actId="27636"/>
          <ac:spMkLst>
            <pc:docMk/>
            <pc:sldMk cId="0" sldId="277"/>
            <ac:spMk id="185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02" v="6" actId="27636"/>
        <pc:sldMkLst>
          <pc:docMk/>
          <pc:sldMk cId="0" sldId="278"/>
        </pc:sldMkLst>
        <pc:spChg chg="mod">
          <ac:chgData name="Carrington, Ben" userId="1130aac0-c87a-4916-9ba1-bee1bba910c3" providerId="ADAL" clId="{7C71596E-2AEC-5E4B-8E74-082C8D1DE87C}" dt="2024-04-29T07:44:09.602" v="6" actId="27636"/>
          <ac:spMkLst>
            <pc:docMk/>
            <pc:sldMk cId="0" sldId="278"/>
            <ac:spMk id="191" creationId="{00000000-0000-0000-0000-000000000000}"/>
          </ac:spMkLst>
        </pc:spChg>
      </pc:sldChg>
      <pc:sldChg chg="modNotesTx">
        <pc:chgData name="Carrington, Ben" userId="1130aac0-c87a-4916-9ba1-bee1bba910c3" providerId="ADAL" clId="{7C71596E-2AEC-5E4B-8E74-082C8D1DE87C}" dt="2024-05-21T14:36:17.656" v="116" actId="20577"/>
        <pc:sldMkLst>
          <pc:docMk/>
          <pc:sldMk cId="0" sldId="279"/>
        </pc:sldMkLst>
      </pc:sldChg>
      <pc:sldChg chg="modSp mod">
        <pc:chgData name="Carrington, Ben" userId="1130aac0-c87a-4916-9ba1-bee1bba910c3" providerId="ADAL" clId="{7C71596E-2AEC-5E4B-8E74-082C8D1DE87C}" dt="2024-05-21T14:35:19.863" v="107" actId="313"/>
        <pc:sldMkLst>
          <pc:docMk/>
          <pc:sldMk cId="0" sldId="280"/>
        </pc:sldMkLst>
        <pc:spChg chg="mod">
          <ac:chgData name="Carrington, Ben" userId="1130aac0-c87a-4916-9ba1-bee1bba910c3" providerId="ADAL" clId="{7C71596E-2AEC-5E4B-8E74-082C8D1DE87C}" dt="2024-05-21T14:35:19.863" v="107" actId="313"/>
          <ac:spMkLst>
            <pc:docMk/>
            <pc:sldMk cId="0" sldId="280"/>
            <ac:spMk id="203" creationId="{00000000-0000-0000-0000-000000000000}"/>
          </ac:spMkLst>
        </pc:spChg>
      </pc:sldChg>
      <pc:sldChg chg="modSp mod modNotesTx">
        <pc:chgData name="Carrington, Ben" userId="1130aac0-c87a-4916-9ba1-bee1bba910c3" providerId="ADAL" clId="{7C71596E-2AEC-5E4B-8E74-082C8D1DE87C}" dt="2024-05-21T14:36:29.772" v="117" actId="20577"/>
        <pc:sldMkLst>
          <pc:docMk/>
          <pc:sldMk cId="0" sldId="281"/>
        </pc:sldMkLst>
        <pc:spChg chg="mod">
          <ac:chgData name="Carrington, Ben" userId="1130aac0-c87a-4916-9ba1-bee1bba910c3" providerId="ADAL" clId="{7C71596E-2AEC-5E4B-8E74-082C8D1DE87C}" dt="2024-05-21T14:35:31.759" v="115" actId="20577"/>
          <ac:spMkLst>
            <pc:docMk/>
            <pc:sldMk cId="0" sldId="281"/>
            <ac:spMk id="210" creationId="{00000000-0000-0000-0000-000000000000}"/>
          </ac:spMkLst>
        </pc:spChg>
      </pc:sldChg>
      <pc:sldChg chg="modNotesTx">
        <pc:chgData name="Carrington, Ben" userId="1130aac0-c87a-4916-9ba1-bee1bba910c3" providerId="ADAL" clId="{7C71596E-2AEC-5E4B-8E74-082C8D1DE87C}" dt="2024-05-21T14:36:36.689" v="119" actId="20577"/>
        <pc:sldMkLst>
          <pc:docMk/>
          <pc:sldMk cId="0" sldId="282"/>
        </pc:sldMkLst>
      </pc:sldChg>
      <pc:sldChg chg="modSp mod">
        <pc:chgData name="Carrington, Ben" userId="1130aac0-c87a-4916-9ba1-bee1bba910c3" providerId="ADAL" clId="{7C71596E-2AEC-5E4B-8E74-082C8D1DE87C}" dt="2024-05-21T14:37:04.739" v="128" actId="313"/>
        <pc:sldMkLst>
          <pc:docMk/>
          <pc:sldMk cId="0" sldId="283"/>
        </pc:sldMkLst>
        <pc:spChg chg="mod">
          <ac:chgData name="Carrington, Ben" userId="1130aac0-c87a-4916-9ba1-bee1bba910c3" providerId="ADAL" clId="{7C71596E-2AEC-5E4B-8E74-082C8D1DE87C}" dt="2024-05-21T14:37:04.739" v="128" actId="313"/>
          <ac:spMkLst>
            <pc:docMk/>
            <pc:sldMk cId="0" sldId="283"/>
            <ac:spMk id="22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3:03.648" v="137" actId="313"/>
        <pc:sldMkLst>
          <pc:docMk/>
          <pc:sldMk cId="0" sldId="286"/>
        </pc:sldMkLst>
        <pc:spChg chg="mod">
          <ac:chgData name="Carrington, Ben" userId="1130aac0-c87a-4916-9ba1-bee1bba910c3" providerId="ADAL" clId="{7C71596E-2AEC-5E4B-8E74-082C8D1DE87C}" dt="2024-05-21T14:43:03.648" v="137" actId="313"/>
          <ac:spMkLst>
            <pc:docMk/>
            <pc:sldMk cId="0" sldId="286"/>
            <ac:spMk id="242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18" v="8" actId="27636"/>
        <pc:sldMkLst>
          <pc:docMk/>
          <pc:sldMk cId="0" sldId="288"/>
        </pc:sldMkLst>
        <pc:spChg chg="mod">
          <ac:chgData name="Carrington, Ben" userId="1130aac0-c87a-4916-9ba1-bee1bba910c3" providerId="ADAL" clId="{7C71596E-2AEC-5E4B-8E74-082C8D1DE87C}" dt="2024-04-29T07:44:09.618" v="8" actId="27636"/>
          <ac:spMkLst>
            <pc:docMk/>
            <pc:sldMk cId="0" sldId="288"/>
            <ac:spMk id="254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3:29.377" v="139" actId="20577"/>
        <pc:sldMkLst>
          <pc:docMk/>
          <pc:sldMk cId="0" sldId="289"/>
        </pc:sldMkLst>
        <pc:spChg chg="mod">
          <ac:chgData name="Carrington, Ben" userId="1130aac0-c87a-4916-9ba1-bee1bba910c3" providerId="ADAL" clId="{7C71596E-2AEC-5E4B-8E74-082C8D1DE87C}" dt="2024-05-21T14:43:29.377" v="139" actId="20577"/>
          <ac:spMkLst>
            <pc:docMk/>
            <pc:sldMk cId="0" sldId="289"/>
            <ac:spMk id="26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23" v="9" actId="27636"/>
        <pc:sldMkLst>
          <pc:docMk/>
          <pc:sldMk cId="0" sldId="290"/>
        </pc:sldMkLst>
        <pc:spChg chg="mod">
          <ac:chgData name="Carrington, Ben" userId="1130aac0-c87a-4916-9ba1-bee1bba910c3" providerId="ADAL" clId="{7C71596E-2AEC-5E4B-8E74-082C8D1DE87C}" dt="2024-04-29T07:44:09.623" v="9" actId="27636"/>
          <ac:spMkLst>
            <pc:docMk/>
            <pc:sldMk cId="0" sldId="290"/>
            <ac:spMk id="266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4:11.566" v="148" actId="20577"/>
        <pc:sldMkLst>
          <pc:docMk/>
          <pc:sldMk cId="0" sldId="291"/>
        </pc:sldMkLst>
        <pc:spChg chg="mod">
          <ac:chgData name="Carrington, Ben" userId="1130aac0-c87a-4916-9ba1-bee1bba910c3" providerId="ADAL" clId="{7C71596E-2AEC-5E4B-8E74-082C8D1DE87C}" dt="2024-05-21T14:44:11.566" v="148" actId="20577"/>
          <ac:spMkLst>
            <pc:docMk/>
            <pc:sldMk cId="0" sldId="291"/>
            <ac:spMk id="272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3:34.329" v="156" actId="313"/>
        <pc:sldMkLst>
          <pc:docMk/>
          <pc:sldMk cId="0" sldId="294"/>
        </pc:sldMkLst>
        <pc:spChg chg="mod">
          <ac:chgData name="Carrington, Ben" userId="1130aac0-c87a-4916-9ba1-bee1bba910c3" providerId="ADAL" clId="{7C71596E-2AEC-5E4B-8E74-082C8D1DE87C}" dt="2024-05-21T14:53:34.329" v="156" actId="313"/>
          <ac:spMkLst>
            <pc:docMk/>
            <pc:sldMk cId="0" sldId="294"/>
            <ac:spMk id="29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5:49.708" v="164" actId="313"/>
        <pc:sldMkLst>
          <pc:docMk/>
          <pc:sldMk cId="0" sldId="297"/>
        </pc:sldMkLst>
        <pc:spChg chg="mod">
          <ac:chgData name="Carrington, Ben" userId="1130aac0-c87a-4916-9ba1-bee1bba910c3" providerId="ADAL" clId="{7C71596E-2AEC-5E4B-8E74-082C8D1DE87C}" dt="2024-05-21T14:55:49.708" v="164" actId="313"/>
          <ac:spMkLst>
            <pc:docMk/>
            <pc:sldMk cId="0" sldId="297"/>
            <ac:spMk id="30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34" v="10" actId="27636"/>
        <pc:sldMkLst>
          <pc:docMk/>
          <pc:sldMk cId="0" sldId="298"/>
        </pc:sldMkLst>
        <pc:spChg chg="mod">
          <ac:chgData name="Carrington, Ben" userId="1130aac0-c87a-4916-9ba1-bee1bba910c3" providerId="ADAL" clId="{7C71596E-2AEC-5E4B-8E74-082C8D1DE87C}" dt="2024-04-29T07:44:09.634" v="10" actId="27636"/>
          <ac:spMkLst>
            <pc:docMk/>
            <pc:sldMk cId="0" sldId="298"/>
            <ac:spMk id="314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7:12.765" v="172" actId="313"/>
        <pc:sldMkLst>
          <pc:docMk/>
          <pc:sldMk cId="0" sldId="299"/>
        </pc:sldMkLst>
        <pc:spChg chg="mod">
          <ac:chgData name="Carrington, Ben" userId="1130aac0-c87a-4916-9ba1-bee1bba910c3" providerId="ADAL" clId="{7C71596E-2AEC-5E4B-8E74-082C8D1DE87C}" dt="2024-05-21T14:57:12.765" v="172" actId="313"/>
          <ac:spMkLst>
            <pc:docMk/>
            <pc:sldMk cId="0" sldId="299"/>
            <ac:spMk id="32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41" v="11" actId="27636"/>
        <pc:sldMkLst>
          <pc:docMk/>
          <pc:sldMk cId="0" sldId="302"/>
        </pc:sldMkLst>
        <pc:spChg chg="mod">
          <ac:chgData name="Carrington, Ben" userId="1130aac0-c87a-4916-9ba1-bee1bba910c3" providerId="ADAL" clId="{7C71596E-2AEC-5E4B-8E74-082C8D1DE87C}" dt="2024-04-29T07:44:09.641" v="11" actId="27636"/>
          <ac:spMkLst>
            <pc:docMk/>
            <pc:sldMk cId="0" sldId="302"/>
            <ac:spMk id="33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51" v="12" actId="27636"/>
        <pc:sldMkLst>
          <pc:docMk/>
          <pc:sldMk cId="0" sldId="305"/>
        </pc:sldMkLst>
        <pc:spChg chg="mod">
          <ac:chgData name="Carrington, Ben" userId="1130aac0-c87a-4916-9ba1-bee1bba910c3" providerId="ADAL" clId="{7C71596E-2AEC-5E4B-8E74-082C8D1DE87C}" dt="2024-04-29T07:44:09.651" v="12" actId="27636"/>
          <ac:spMkLst>
            <pc:docMk/>
            <pc:sldMk cId="0" sldId="305"/>
            <ac:spMk id="35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60" v="13" actId="27636"/>
        <pc:sldMkLst>
          <pc:docMk/>
          <pc:sldMk cId="0" sldId="310"/>
        </pc:sldMkLst>
        <pc:spChg chg="mod">
          <ac:chgData name="Carrington, Ben" userId="1130aac0-c87a-4916-9ba1-bee1bba910c3" providerId="ADAL" clId="{7C71596E-2AEC-5E4B-8E74-082C8D1DE87C}" dt="2024-04-29T07:44:09.660" v="13" actId="27636"/>
          <ac:spMkLst>
            <pc:docMk/>
            <pc:sldMk cId="0" sldId="310"/>
            <ac:spMk id="38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66" v="14" actId="27636"/>
        <pc:sldMkLst>
          <pc:docMk/>
          <pc:sldMk cId="0" sldId="311"/>
        </pc:sldMkLst>
        <pc:spChg chg="mod">
          <ac:chgData name="Carrington, Ben" userId="1130aac0-c87a-4916-9ba1-bee1bba910c3" providerId="ADAL" clId="{7C71596E-2AEC-5E4B-8E74-082C8D1DE87C}" dt="2024-04-29T07:44:09.666" v="14" actId="27636"/>
          <ac:spMkLst>
            <pc:docMk/>
            <pc:sldMk cId="0" sldId="311"/>
            <ac:spMk id="39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72" v="15" actId="27636"/>
        <pc:sldMkLst>
          <pc:docMk/>
          <pc:sldMk cId="0" sldId="315"/>
        </pc:sldMkLst>
        <pc:spChg chg="mod">
          <ac:chgData name="Carrington, Ben" userId="1130aac0-c87a-4916-9ba1-bee1bba910c3" providerId="ADAL" clId="{7C71596E-2AEC-5E4B-8E74-082C8D1DE87C}" dt="2024-04-29T07:44:09.672" v="15" actId="27636"/>
          <ac:spMkLst>
            <pc:docMk/>
            <pc:sldMk cId="0" sldId="315"/>
            <ac:spMk id="41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86" v="16" actId="27636"/>
        <pc:sldMkLst>
          <pc:docMk/>
          <pc:sldMk cId="0" sldId="320"/>
        </pc:sldMkLst>
        <pc:spChg chg="mod">
          <ac:chgData name="Carrington, Ben" userId="1130aac0-c87a-4916-9ba1-bee1bba910c3" providerId="ADAL" clId="{7C71596E-2AEC-5E4B-8E74-082C8D1DE87C}" dt="2024-04-29T07:44:09.686" v="16" actId="27636"/>
          <ac:spMkLst>
            <pc:docMk/>
            <pc:sldMk cId="0" sldId="320"/>
            <ac:spMk id="44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2T14:28:04.653" v="188" actId="20577"/>
        <pc:sldMkLst>
          <pc:docMk/>
          <pc:sldMk cId="0" sldId="322"/>
        </pc:sldMkLst>
        <pc:spChg chg="mod">
          <ac:chgData name="Carrington, Ben" userId="1130aac0-c87a-4916-9ba1-bee1bba910c3" providerId="ADAL" clId="{7C71596E-2AEC-5E4B-8E74-082C8D1DE87C}" dt="2024-05-22T14:28:04.653" v="188" actId="20577"/>
          <ac:spMkLst>
            <pc:docMk/>
            <pc:sldMk cId="0" sldId="322"/>
            <ac:spMk id="459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99" v="17" actId="27636"/>
        <pc:sldMkLst>
          <pc:docMk/>
          <pc:sldMk cId="0" sldId="327"/>
        </pc:sldMkLst>
        <pc:spChg chg="mod">
          <ac:chgData name="Carrington, Ben" userId="1130aac0-c87a-4916-9ba1-bee1bba910c3" providerId="ADAL" clId="{7C71596E-2AEC-5E4B-8E74-082C8D1DE87C}" dt="2024-04-29T07:44:09.699" v="17" actId="27636"/>
          <ac:spMkLst>
            <pc:docMk/>
            <pc:sldMk cId="0" sldId="327"/>
            <ac:spMk id="490" creationId="{00000000-0000-0000-0000-000000000000}"/>
          </ac:spMkLst>
        </pc:spChg>
      </pc:sldChg>
      <pc:sldChg chg="modSp add mod">
        <pc:chgData name="Carrington, Ben" userId="1130aac0-c87a-4916-9ba1-bee1bba910c3" providerId="ADAL" clId="{7C71596E-2AEC-5E4B-8E74-082C8D1DE87C}" dt="2024-04-29T07:56:43.760" v="84"/>
        <pc:sldMkLst>
          <pc:docMk/>
          <pc:sldMk cId="0" sldId="330"/>
        </pc:sldMkLst>
        <pc:spChg chg="mod">
          <ac:chgData name="Carrington, Ben" userId="1130aac0-c87a-4916-9ba1-bee1bba910c3" providerId="ADAL" clId="{7C71596E-2AEC-5E4B-8E74-082C8D1DE87C}" dt="2024-04-29T07:56:38.712" v="83"/>
          <ac:spMkLst>
            <pc:docMk/>
            <pc:sldMk cId="0" sldId="330"/>
            <ac:spMk id="16" creationId="{20EEA392-9CDB-FD28-FEB1-86DD0F5CD0B9}"/>
          </ac:spMkLst>
        </pc:spChg>
        <pc:spChg chg="mod">
          <ac:chgData name="Carrington, Ben" userId="1130aac0-c87a-4916-9ba1-bee1bba910c3" providerId="ADAL" clId="{7C71596E-2AEC-5E4B-8E74-082C8D1DE87C}" dt="2024-04-29T07:56:43.760" v="84"/>
          <ac:spMkLst>
            <pc:docMk/>
            <pc:sldMk cId="0" sldId="330"/>
            <ac:spMk id="55" creationId="{00000000-0000-0000-0000-000000000000}"/>
          </ac:spMkLst>
        </pc:spChg>
      </pc:sldChg>
      <pc:sldMasterChg chg="addSp modSp mod setBg modSldLayout">
        <pc:chgData name="Carrington, Ben" userId="1130aac0-c87a-4916-9ba1-bee1bba910c3" providerId="ADAL" clId="{7C71596E-2AEC-5E4B-8E74-082C8D1DE87C}" dt="2024-04-29T07:52:10.722" v="76" actId="1076"/>
        <pc:sldMasterMkLst>
          <pc:docMk/>
          <pc:sldMasterMk cId="0" sldId="2147483659"/>
        </pc:sldMasterMkLst>
        <pc:spChg chg="mod">
          <ac:chgData name="Carrington, Ben" userId="1130aac0-c87a-4916-9ba1-bee1bba910c3" providerId="ADAL" clId="{7C71596E-2AEC-5E4B-8E74-082C8D1DE87C}" dt="2024-04-29T07:46:40.710" v="20" actId="20577"/>
          <ac:spMkLst>
            <pc:docMk/>
            <pc:sldMasterMk cId="0" sldId="2147483659"/>
            <ac:spMk id="6" creationId="{00000000-0000-0000-0000-000000000000}"/>
          </ac:spMkLst>
        </pc:spChg>
        <pc:picChg chg="add mod">
          <ac:chgData name="Carrington, Ben" userId="1130aac0-c87a-4916-9ba1-bee1bba910c3" providerId="ADAL" clId="{7C71596E-2AEC-5E4B-8E74-082C8D1DE87C}" dt="2024-04-29T07:52:10.722" v="76" actId="1076"/>
          <ac:picMkLst>
            <pc:docMk/>
            <pc:sldMasterMk cId="0" sldId="2147483659"/>
            <ac:picMk id="2050" creationId="{9F9B465D-0BEB-7236-749C-1CBF6D472F02}"/>
          </ac:picMkLst>
        </pc:picChg>
        <pc:sldLayoutChg chg="setBg">
          <pc:chgData name="Carrington, Ben" userId="1130aac0-c87a-4916-9ba1-bee1bba910c3" providerId="ADAL" clId="{7C71596E-2AEC-5E4B-8E74-082C8D1DE87C}" dt="2024-04-29T07:51:28.957" v="71"/>
          <pc:sldLayoutMkLst>
            <pc:docMk/>
            <pc:sldMasterMk cId="0" sldId="2147483659"/>
            <pc:sldLayoutMk cId="0" sldId="2147483648"/>
          </pc:sldLayoutMkLst>
        </pc:sldLayoutChg>
      </pc:sldMasterChg>
    </pc:docChg>
  </pc:docChgLst>
  <pc:docChgLst>
    <pc:chgData name="Carrington, Ben" userId="S::ben.a.carrington@capgemini.com::1130aac0-c87a-4916-9ba1-bee1bba910c3" providerId="AD" clId="Web-{B1D008AF-0C93-B270-AC46-9819A8E5AE60}"/>
    <pc:docChg chg="modSld">
      <pc:chgData name="Carrington, Ben" userId="S::ben.a.carrington@capgemini.com::1130aac0-c87a-4916-9ba1-bee1bba910c3" providerId="AD" clId="Web-{B1D008AF-0C93-B270-AC46-9819A8E5AE60}" dt="2024-04-29T15:57:21.255" v="10" actId="20577"/>
      <pc:docMkLst>
        <pc:docMk/>
      </pc:docMkLst>
      <pc:sldChg chg="modSp">
        <pc:chgData name="Carrington, Ben" userId="S::ben.a.carrington@capgemini.com::1130aac0-c87a-4916-9ba1-bee1bba910c3" providerId="AD" clId="Web-{B1D008AF-0C93-B270-AC46-9819A8E5AE60}" dt="2024-04-29T15:40:11.726" v="4" actId="20577"/>
        <pc:sldMkLst>
          <pc:docMk/>
          <pc:sldMk cId="0" sldId="265"/>
        </pc:sldMkLst>
        <pc:spChg chg="mod">
          <ac:chgData name="Carrington, Ben" userId="S::ben.a.carrington@capgemini.com::1130aac0-c87a-4916-9ba1-bee1bba910c3" providerId="AD" clId="Web-{B1D008AF-0C93-B270-AC46-9819A8E5AE60}" dt="2024-04-29T15:40:11.726" v="4" actId="20577"/>
          <ac:spMkLst>
            <pc:docMk/>
            <pc:sldMk cId="0" sldId="265"/>
            <ac:spMk id="113" creationId="{00000000-0000-0000-0000-000000000000}"/>
          </ac:spMkLst>
        </pc:spChg>
      </pc:sldChg>
      <pc:sldChg chg="modSp">
        <pc:chgData name="Carrington, Ben" userId="S::ben.a.carrington@capgemini.com::1130aac0-c87a-4916-9ba1-bee1bba910c3" providerId="AD" clId="Web-{B1D008AF-0C93-B270-AC46-9819A8E5AE60}" dt="2024-04-29T15:55:09.659" v="6" actId="20577"/>
        <pc:sldMkLst>
          <pc:docMk/>
          <pc:sldMk cId="0" sldId="269"/>
        </pc:sldMkLst>
        <pc:spChg chg="mod">
          <ac:chgData name="Carrington, Ben" userId="S::ben.a.carrington@capgemini.com::1130aac0-c87a-4916-9ba1-bee1bba910c3" providerId="AD" clId="Web-{B1D008AF-0C93-B270-AC46-9819A8E5AE60}" dt="2024-04-29T15:55:09.659" v="6" actId="20577"/>
          <ac:spMkLst>
            <pc:docMk/>
            <pc:sldMk cId="0" sldId="269"/>
            <ac:spMk id="137" creationId="{00000000-0000-0000-0000-000000000000}"/>
          </ac:spMkLst>
        </pc:spChg>
      </pc:sldChg>
      <pc:sldChg chg="modSp">
        <pc:chgData name="Carrington, Ben" userId="S::ben.a.carrington@capgemini.com::1130aac0-c87a-4916-9ba1-bee1bba910c3" providerId="AD" clId="Web-{B1D008AF-0C93-B270-AC46-9819A8E5AE60}" dt="2024-04-29T15:57:21.255" v="10" actId="20577"/>
        <pc:sldMkLst>
          <pc:docMk/>
          <pc:sldMk cId="0" sldId="275"/>
        </pc:sldMkLst>
        <pc:spChg chg="mod">
          <ac:chgData name="Carrington, Ben" userId="S::ben.a.carrington@capgemini.com::1130aac0-c87a-4916-9ba1-bee1bba910c3" providerId="AD" clId="Web-{B1D008AF-0C93-B270-AC46-9819A8E5AE60}" dt="2024-04-29T15:57:21.255" v="10" actId="20577"/>
          <ac:spMkLst>
            <pc:docMk/>
            <pc:sldMk cId="0" sldId="275"/>
            <ac:spMk id="17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934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543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5866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3335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2171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3114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857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7928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3301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618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6135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0860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447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0305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899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60185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9997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40F1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140F1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140F1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rgbClr val="140F1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140F1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140F1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140F1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140F1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rgbClr val="140F1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140F1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140F1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2A133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50" name="Picture 2" descr="Capgemini Logo Logo and symbol, meaning, history, PNG">
            <a:extLst>
              <a:ext uri="{FF2B5EF4-FFF2-40B4-BE49-F238E27FC236}">
                <a16:creationId xmlns:a16="http://schemas.microsoft.com/office/drawing/2014/main" id="{9F9B465D-0BEB-7236-749C-1CBF6D472F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0" y="4711750"/>
            <a:ext cx="548700" cy="34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71561F12-EC23-EA1F-40F3-4D199932EBEB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2A133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1891DABC-68AD-3F46-E293-6F9D9D52B069}"/>
              </a:ext>
            </a:extLst>
          </p:cNvPr>
          <p:cNvSpPr/>
          <p:nvPr/>
        </p:nvSpPr>
        <p:spPr>
          <a:xfrm>
            <a:off x="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702FA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0EEA392-9CDB-FD28-FEB1-86DD0F5CD0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Structs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Golang Academy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42131FF-A57E-C155-E4D0-77264AA1B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3815708"/>
            <a:ext cx="4572002" cy="106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“struct”?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630675"/>
            <a:ext cx="8520600" cy="29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 you might be able to guess,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GB" dirty="0"/>
              <a:t> is short for </a:t>
            </a:r>
            <a:r>
              <a:rPr lang="en-GB" dirty="0">
                <a:solidFill>
                  <a:srgbClr val="B9B2E7"/>
                </a:solidFill>
              </a:rPr>
              <a:t>struct</a:t>
            </a:r>
            <a:r>
              <a:rPr lang="en-GB" dirty="0"/>
              <a:t>ure, as in “data </a:t>
            </a:r>
            <a:r>
              <a:rPr lang="en-GB" dirty="0">
                <a:solidFill>
                  <a:srgbClr val="B9B2E7"/>
                </a:solidFill>
              </a:rPr>
              <a:t>struct</a:t>
            </a:r>
            <a:r>
              <a:rPr lang="en-GB" dirty="0"/>
              <a:t>ure”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This is a way of </a:t>
            </a:r>
            <a:r>
              <a:rPr lang="en-GB" dirty="0">
                <a:solidFill>
                  <a:srgbClr val="ADEABC"/>
                </a:solidFill>
              </a:rPr>
              <a:t>grouping</a:t>
            </a:r>
            <a:r>
              <a:rPr lang="en-GB" dirty="0"/>
              <a:t> variables together into </a:t>
            </a:r>
            <a:r>
              <a:rPr lang="en-GB" dirty="0">
                <a:solidFill>
                  <a:srgbClr val="ADEABC"/>
                </a:solidFill>
              </a:rPr>
              <a:t>one larger variable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EABC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(</a:t>
            </a:r>
            <a:r>
              <a:rPr lang="en-GB" sz="1400" dirty="0">
                <a:solidFill>
                  <a:srgbClr val="ADADAD"/>
                </a:solidFill>
              </a:rPr>
              <a:t>There’s </a:t>
            </a:r>
            <a:r>
              <a:rPr lang="en-GB" sz="1400" dirty="0">
                <a:solidFill>
                  <a:srgbClr val="DF8E90"/>
                </a:solidFill>
              </a:rPr>
              <a:t>a bit more to it </a:t>
            </a:r>
            <a:r>
              <a:rPr lang="en-GB" sz="1400" dirty="0">
                <a:solidFill>
                  <a:srgbClr val="ADADAD"/>
                </a:solidFill>
              </a:rPr>
              <a:t>than that, but that’s an </a:t>
            </a:r>
            <a:r>
              <a:rPr lang="en-GB" sz="1400" dirty="0">
                <a:solidFill>
                  <a:srgbClr val="ADEABC"/>
                </a:solidFill>
              </a:rPr>
              <a:t>easy </a:t>
            </a:r>
            <a:r>
              <a:rPr lang="en-GB" sz="1400" dirty="0">
                <a:solidFill>
                  <a:srgbClr val="ADADAD"/>
                </a:solidFill>
              </a:rPr>
              <a:t>way to think about it</a:t>
            </a:r>
            <a:r>
              <a:rPr lang="en-GB" dirty="0">
                <a:solidFill>
                  <a:srgbClr val="ADADAD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1006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“struct”?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95411"/>
            <a:ext cx="4808940" cy="3595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We have regular </a:t>
            </a:r>
            <a:r>
              <a:rPr lang="en-GB" sz="1600" dirty="0" err="1">
                <a:solidFill>
                  <a:srgbClr val="ADADAD"/>
                </a:solidFill>
              </a:rPr>
              <a:t>ol</a:t>
            </a:r>
            <a:r>
              <a:rPr lang="en-GB" sz="1600" dirty="0">
                <a:solidFill>
                  <a:srgbClr val="ADADAD"/>
                </a:solidFill>
              </a:rPr>
              <a:t>’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types</a:t>
            </a:r>
            <a:r>
              <a:rPr lang="en-GB" sz="1600" dirty="0">
                <a:solidFill>
                  <a:srgbClr val="ADADAD"/>
                </a:solidFill>
              </a:rPr>
              <a:t> like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1600" dirty="0">
                <a:solidFill>
                  <a:srgbClr val="ADADAD"/>
                </a:solidFill>
              </a:rPr>
              <a:t> and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285750" indent="-285750" algn="ctr"/>
            <a:endParaRPr lang="en-GB" sz="1600" dirty="0">
              <a:solidFill>
                <a:srgbClr val="ADADAD"/>
              </a:solidFill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But we use a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GB" sz="1600" dirty="0">
                <a:solidFill>
                  <a:srgbClr val="ADADAD"/>
                </a:solidFill>
              </a:rPr>
              <a:t> to define our own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type</a:t>
            </a:r>
            <a:r>
              <a:rPr lang="en-GB" sz="1600" dirty="0">
                <a:solidFill>
                  <a:srgbClr val="ADADAD"/>
                </a:solidFill>
              </a:rPr>
              <a:t>, a custom </a:t>
            </a:r>
            <a:r>
              <a:rPr lang="en-GB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type</a:t>
            </a: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5316900" y="1363310"/>
            <a:ext cx="3653883" cy="29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  <a:endParaRPr lang="en-GB" sz="18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   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AddressFirstLine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AddressSecondLine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City         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Age          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684217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“struct”?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95411"/>
            <a:ext cx="4808940" cy="3595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We have regular </a:t>
            </a:r>
            <a:r>
              <a:rPr lang="en-GB" sz="1600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ol</a:t>
            </a:r>
            <a:r>
              <a:rPr lang="en-GB" sz="16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’ types like </a:t>
            </a:r>
            <a:r>
              <a:rPr lang="en-GB" sz="16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sz="16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and </a:t>
            </a:r>
            <a:r>
              <a:rPr lang="en-GB" sz="16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285750" indent="-285750" algn="ctr"/>
            <a:endParaRPr lang="en-GB" sz="1600" dirty="0">
              <a:solidFill>
                <a:schemeClr val="bg2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But we use a </a:t>
            </a:r>
            <a:r>
              <a:rPr lang="en-GB" sz="16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GB" sz="16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to define our own type, a custom type</a:t>
            </a:r>
          </a:p>
          <a:p>
            <a:pPr marL="285750" indent="-285750"/>
            <a:endParaRPr lang="en-GB" sz="1600" dirty="0">
              <a:solidFill>
                <a:srgbClr val="ADADAD"/>
              </a:solidFill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Say we’re dealing with a login for a website, and we need to store some information related to different </a:t>
            </a:r>
            <a:r>
              <a:rPr lang="en-GB" sz="1600" dirty="0">
                <a:solidFill>
                  <a:srgbClr val="ADEABC"/>
                </a:solidFill>
              </a:rPr>
              <a:t>users</a:t>
            </a:r>
            <a:r>
              <a:rPr lang="en-GB" sz="1600" dirty="0">
                <a:solidFill>
                  <a:srgbClr val="ADADAD"/>
                </a:solidFill>
              </a:rPr>
              <a:t>…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We can either have </a:t>
            </a:r>
            <a:r>
              <a:rPr lang="en-GB" sz="1600" dirty="0">
                <a:solidFill>
                  <a:srgbClr val="DF8E90"/>
                </a:solidFill>
              </a:rPr>
              <a:t>seven loose unconnected </a:t>
            </a:r>
            <a:r>
              <a:rPr lang="en-GB" sz="1600" dirty="0">
                <a:solidFill>
                  <a:srgbClr val="ADADAD"/>
                </a:solidFill>
              </a:rPr>
              <a:t>variables… or </a:t>
            </a:r>
            <a:r>
              <a:rPr lang="en-GB" sz="1600" dirty="0">
                <a:solidFill>
                  <a:srgbClr val="ADEABC"/>
                </a:solidFill>
              </a:rPr>
              <a:t>one</a:t>
            </a:r>
            <a:r>
              <a:rPr lang="en-GB" sz="1600" dirty="0">
                <a:solidFill>
                  <a:srgbClr val="ADADAD"/>
                </a:solidFill>
              </a:rPr>
              <a:t>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5316900" y="1363310"/>
            <a:ext cx="3653883" cy="29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  <a:endParaRPr lang="en-GB" sz="18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   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AddressFirstLine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AddressSecondLine</a:t>
            </a: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City         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8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Age               </a:t>
            </a:r>
            <a:r>
              <a:rPr lang="en-GB" sz="18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</a:p>
          <a:p>
            <a:pPr marL="0" indent="0">
              <a:buFont typeface="Arial"/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711596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to de</a:t>
            </a:r>
            <a:r>
              <a:rPr lang="en-GB" dirty="0"/>
              <a:t>cl</a:t>
            </a:r>
            <a:r>
              <a:rPr lang="en" dirty="0"/>
              <a:t>are a struct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95411"/>
            <a:ext cx="4808940" cy="3595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1600" dirty="0">
                <a:solidFill>
                  <a:srgbClr val="ADADAD"/>
                </a:solidFill>
              </a:rPr>
              <a:t>We’ve already been seeing this here on the right</a:t>
            </a:r>
            <a:br>
              <a:rPr lang="en-GB" sz="1600" dirty="0">
                <a:solidFill>
                  <a:srgbClr val="ADADAD"/>
                </a:solidFill>
              </a:rPr>
            </a:br>
            <a:endParaRPr lang="en-GB" sz="1600" dirty="0">
              <a:solidFill>
                <a:srgbClr val="ADADAD"/>
              </a:solidFill>
            </a:endParaRPr>
          </a:p>
          <a:p>
            <a:pPr marL="3429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GB" sz="1400" dirty="0">
                <a:solidFill>
                  <a:srgbClr val="ADADAD"/>
                </a:solidFill>
              </a:rPr>
              <a:t>The </a:t>
            </a:r>
            <a:r>
              <a:rPr lang="en-GB" sz="14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400" dirty="0">
                <a:solidFill>
                  <a:srgbClr val="ADADAD"/>
                </a:solidFill>
              </a:rPr>
              <a:t> keyword indicates that we’re creating a new, custom type</a:t>
            </a:r>
          </a:p>
          <a:p>
            <a:pPr marL="3429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GB" sz="1400" dirty="0">
                <a:solidFill>
                  <a:srgbClr val="ADADAD"/>
                </a:solidFill>
              </a:rPr>
              <a:t>We give our type a </a:t>
            </a:r>
            <a:r>
              <a:rPr lang="en-GB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name</a:t>
            </a:r>
            <a:r>
              <a:rPr lang="en-GB" sz="1400" dirty="0">
                <a:solidFill>
                  <a:srgbClr val="ADADAD"/>
                </a:solidFill>
              </a:rPr>
              <a:t> (</a:t>
            </a:r>
            <a:r>
              <a:rPr lang="en-GB" sz="11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100" dirty="0">
                <a:solidFill>
                  <a:srgbClr val="ADADAD"/>
                </a:solidFill>
              </a:rPr>
              <a:t> in our case</a:t>
            </a:r>
            <a:r>
              <a:rPr lang="en-GB" sz="1400" dirty="0">
                <a:solidFill>
                  <a:srgbClr val="ADADAD"/>
                </a:solidFill>
              </a:rPr>
              <a:t>)</a:t>
            </a:r>
          </a:p>
          <a:p>
            <a:pPr marL="3429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GB" sz="1400" dirty="0">
                <a:solidFill>
                  <a:srgbClr val="ADADAD"/>
                </a:solidFill>
              </a:rPr>
              <a:t>And, a little confusingly, we then define the </a:t>
            </a:r>
            <a:r>
              <a:rPr lang="en-GB" sz="1400" dirty="0">
                <a:solidFill>
                  <a:srgbClr val="B9B2E7"/>
                </a:solidFill>
              </a:rPr>
              <a:t>type</a:t>
            </a:r>
            <a:r>
              <a:rPr lang="en-GB" sz="1400" dirty="0">
                <a:solidFill>
                  <a:srgbClr val="ADADAD"/>
                </a:solidFill>
              </a:rPr>
              <a:t> that will map to our </a:t>
            </a:r>
            <a:r>
              <a:rPr lang="en-GB" sz="1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name</a:t>
            </a:r>
          </a:p>
          <a:p>
            <a:pPr marL="0" indent="0">
              <a:lnSpc>
                <a:spcPct val="150000"/>
              </a:lnSpc>
              <a:buSzPct val="100000"/>
              <a:buNone/>
            </a:pPr>
            <a:endParaRPr lang="en-GB" sz="1400" dirty="0">
              <a:solidFill>
                <a:srgbClr val="ADADAD"/>
              </a:solidFill>
            </a:endParaRPr>
          </a:p>
          <a:p>
            <a:pPr marL="0" indent="0" algn="ctr">
              <a:lnSpc>
                <a:spcPct val="150000"/>
              </a:lnSpc>
              <a:buSzPct val="100000"/>
              <a:buNone/>
            </a:pPr>
            <a:r>
              <a:rPr lang="en-GB" sz="1400" i="1" dirty="0">
                <a:solidFill>
                  <a:srgbClr val="ADADAD"/>
                </a:solidFill>
              </a:rPr>
              <a:t>So</a:t>
            </a:r>
            <a:br>
              <a:rPr lang="en-GB" sz="1400" i="1" dirty="0">
                <a:solidFill>
                  <a:srgbClr val="ADADAD"/>
                </a:solidFill>
              </a:rPr>
            </a:br>
            <a:r>
              <a:rPr lang="en-GB" sz="14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{ ... } </a:t>
            </a:r>
            <a:br>
              <a:rPr lang="en-GB" sz="14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i="1" dirty="0">
                <a:solidFill>
                  <a:srgbClr val="ADADAD"/>
                </a:solidFill>
              </a:rPr>
              <a:t>is the actual type, it models the data</a:t>
            </a: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5268578" y="905479"/>
            <a:ext cx="3732686" cy="388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GB" sz="17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form of a type statement</a:t>
            </a:r>
          </a:p>
          <a:p>
            <a:pPr marL="0" indent="0">
              <a:buNone/>
            </a:pPr>
            <a:r>
              <a:rPr lang="en-GB" sz="17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7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7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lang="en-GB" sz="17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endParaRPr lang="en-GB" sz="1700" i="1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endParaRPr lang="en-GB" sz="1700" i="1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7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example of one</a:t>
            </a:r>
          </a:p>
          <a:p>
            <a:pPr marL="0" indent="0">
              <a:buFont typeface="Arial"/>
              <a:buNone/>
            </a:pPr>
            <a:r>
              <a:rPr lang="en-GB" sz="17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7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7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7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       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GB" sz="12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AddressFirstLine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AddressSecondLine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City             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Age              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</a:p>
          <a:p>
            <a:pPr marL="0" indent="0">
              <a:buFont typeface="Arial"/>
              <a:buNone/>
            </a:pPr>
            <a:r>
              <a:rPr lang="en-GB" sz="17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931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Does the type </a:t>
            </a:r>
            <a:r>
              <a:rPr lang="en-GB" i="1" dirty="0"/>
              <a:t>have</a:t>
            </a:r>
            <a:r>
              <a:rPr lang="en-GB" dirty="0"/>
              <a:t> to be a struct?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38463" y="1195411"/>
            <a:ext cx="4755414" cy="3595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1400" dirty="0">
                <a:solidFill>
                  <a:srgbClr val="ADEABC"/>
                </a:solidFill>
              </a:rPr>
              <a:t>No, it does not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GB" sz="1400" dirty="0">
              <a:solidFill>
                <a:srgbClr val="ADADAD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1400" dirty="0">
                <a:solidFill>
                  <a:srgbClr val="ADADAD"/>
                </a:solidFill>
              </a:rPr>
              <a:t>The third parameter to the </a:t>
            </a:r>
            <a:r>
              <a:rPr lang="en-GB" sz="14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400" dirty="0">
                <a:solidFill>
                  <a:srgbClr val="ADADAD"/>
                </a:solidFill>
              </a:rPr>
              <a:t> keyword can be any type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GB" sz="1400" dirty="0">
              <a:solidFill>
                <a:srgbClr val="ADADAD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1400" dirty="0">
                <a:solidFill>
                  <a:srgbClr val="ADADAD"/>
                </a:solidFill>
              </a:rPr>
              <a:t>We won’t be using this exactly but the example on the right is me creating a new type, </a:t>
            </a:r>
            <a:r>
              <a:rPr lang="en-GB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Apples</a:t>
            </a:r>
            <a:r>
              <a:rPr lang="en-GB" sz="1400" dirty="0">
                <a:solidFill>
                  <a:srgbClr val="ADADAD"/>
                </a:solidFill>
              </a:rPr>
              <a:t> , based on the </a:t>
            </a:r>
            <a:r>
              <a:rPr lang="en-GB" sz="1400" dirty="0">
                <a:solidFill>
                  <a:srgbClr val="ADEABC"/>
                </a:solidFill>
              </a:rPr>
              <a:t>representation</a:t>
            </a:r>
            <a:r>
              <a:rPr lang="en-GB" sz="1400" dirty="0">
                <a:solidFill>
                  <a:srgbClr val="ADADAD"/>
                </a:solidFill>
              </a:rPr>
              <a:t> of the existing 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GB" sz="1400" dirty="0">
              <a:solidFill>
                <a:srgbClr val="ADADAD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1400" dirty="0">
                <a:solidFill>
                  <a:srgbClr val="ADADAD"/>
                </a:solidFill>
              </a:rPr>
              <a:t>Most uses of the </a:t>
            </a:r>
            <a:r>
              <a:rPr lang="en-GB" sz="14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400" dirty="0">
                <a:solidFill>
                  <a:srgbClr val="ADADAD"/>
                </a:solidFill>
              </a:rPr>
              <a:t> keyword are for this purpose</a:t>
            </a:r>
            <a:endParaRPr lang="en-GB" sz="1400" i="1" dirty="0">
              <a:solidFill>
                <a:srgbClr val="ADADAD"/>
              </a:solidFill>
            </a:endParaRP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5268578" y="905479"/>
            <a:ext cx="3732686" cy="388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GB" sz="17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form of a type statement</a:t>
            </a:r>
          </a:p>
          <a:p>
            <a:pPr marL="0" indent="0">
              <a:buNone/>
            </a:pPr>
            <a:r>
              <a:rPr lang="en-GB" sz="17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7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7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lang="en-GB" sz="17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endParaRPr lang="en-GB" sz="1700" i="1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endParaRPr lang="en-GB" sz="1700" i="1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7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another example</a:t>
            </a:r>
          </a:p>
          <a:p>
            <a:pPr marL="0" indent="0">
              <a:buNone/>
            </a:pPr>
            <a:r>
              <a:rPr lang="en-GB" sz="17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7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7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Apples</a:t>
            </a:r>
            <a:r>
              <a:rPr lang="en-GB" sz="17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7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0" indent="0">
              <a:buNone/>
            </a:pPr>
            <a:endParaRPr lang="en-GB" sz="17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7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17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apples </a:t>
            </a:r>
            <a:r>
              <a:rPr lang="en-GB" sz="17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Apples</a:t>
            </a:r>
            <a:endParaRPr lang="en-GB" sz="17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7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apples = </a:t>
            </a:r>
            <a:r>
              <a:rPr lang="en-GB" sz="17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0" indent="0">
              <a:buNone/>
            </a:pPr>
            <a:endParaRPr lang="en-GB" sz="17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7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fmt.Println</a:t>
            </a:r>
            <a:r>
              <a:rPr lang="en-GB" sz="17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(apples)</a:t>
            </a:r>
          </a:p>
          <a:p>
            <a:pPr marL="0" indent="0">
              <a:buNone/>
            </a:pPr>
            <a:r>
              <a:rPr lang="en-GB" sz="17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prints "2"</a:t>
            </a:r>
          </a:p>
          <a:p>
            <a:pPr marL="0" indent="0">
              <a:buNone/>
            </a:pPr>
            <a:endParaRPr lang="en-GB" sz="17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481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to de</a:t>
            </a:r>
            <a:r>
              <a:rPr lang="en-GB" dirty="0"/>
              <a:t>cl</a:t>
            </a:r>
            <a:r>
              <a:rPr lang="en" dirty="0"/>
              <a:t>are a struct variable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95411"/>
            <a:ext cx="4808940" cy="3595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285750" indent="-285750"/>
            <a:r>
              <a:rPr lang="en-GB" sz="1600" dirty="0">
                <a:solidFill>
                  <a:srgbClr val="ADADAD"/>
                </a:solidFill>
              </a:rPr>
              <a:t>Thus far, we’ve only defined what a </a:t>
            </a:r>
            <a:r>
              <a:rPr lang="en-GB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ADADAD"/>
                </a:solidFill>
              </a:rPr>
              <a:t> looks like, i.e. </a:t>
            </a:r>
            <a:r>
              <a:rPr lang="en-GB" sz="1600" dirty="0">
                <a:solidFill>
                  <a:srgbClr val="ADEABC"/>
                </a:solidFill>
              </a:rPr>
              <a:t>what data regarding the user </a:t>
            </a:r>
            <a:r>
              <a:rPr lang="en-GB" sz="1600" dirty="0">
                <a:solidFill>
                  <a:srgbClr val="ADADAD"/>
                </a:solidFill>
              </a:rPr>
              <a:t>we care about</a:t>
            </a:r>
          </a:p>
          <a:p>
            <a:pPr marL="285750" indent="-285750"/>
            <a:endParaRPr lang="en-GB" sz="1600" dirty="0">
              <a:solidFill>
                <a:srgbClr val="ADADAD"/>
              </a:solidFill>
            </a:endParaRPr>
          </a:p>
          <a:p>
            <a:pPr marL="285750" indent="-285750"/>
            <a:r>
              <a:rPr lang="en-GB" sz="1600" dirty="0">
                <a:solidFill>
                  <a:srgbClr val="ADADAD"/>
                </a:solidFill>
              </a:rPr>
              <a:t>This is our custom type, but to use it we’ll need a variable of that type</a:t>
            </a:r>
          </a:p>
          <a:p>
            <a:pPr marL="285750" indent="-285750"/>
            <a:endParaRPr lang="en-GB" sz="1600" dirty="0">
              <a:solidFill>
                <a:srgbClr val="ADADAD"/>
              </a:solidFill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Want a variable of type int?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indent="0" algn="ctr">
              <a:buNone/>
            </a:pPr>
            <a:r>
              <a:rPr lang="en-GB" sz="16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myInt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285750" indent="-285750"/>
            <a:endParaRPr lang="en-GB" sz="1600" dirty="0">
              <a:solidFill>
                <a:srgbClr val="ADADAD"/>
              </a:solidFill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Want a variable of type User?</a:t>
            </a:r>
          </a:p>
          <a:p>
            <a:pPr marL="285750" indent="-285750"/>
            <a:endParaRPr lang="en-GB" sz="1600" dirty="0">
              <a:solidFill>
                <a:srgbClr val="ADADAD"/>
              </a:solidFill>
            </a:endParaRPr>
          </a:p>
          <a:p>
            <a:pPr marL="0" indent="0" algn="ctr">
              <a:buNone/>
            </a:pPr>
            <a:r>
              <a:rPr lang="en-GB" sz="16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5307979" y="731375"/>
            <a:ext cx="3653883" cy="418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AddressFirstLine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AddressSecondLine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City    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Age     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sz="15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  <a:p>
            <a:pPr marL="0" indent="0">
              <a:buFont typeface="Arial"/>
              <a:buNone/>
            </a:pP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myUser.Email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5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500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5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201545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to de</a:t>
            </a:r>
            <a:r>
              <a:rPr lang="en-GB" dirty="0"/>
              <a:t>cl</a:t>
            </a:r>
            <a:r>
              <a:rPr lang="en" dirty="0"/>
              <a:t>are </a:t>
            </a:r>
            <a:r>
              <a:rPr lang="en" i="1" dirty="0"/>
              <a:t>and </a:t>
            </a:r>
            <a:r>
              <a:rPr lang="en" dirty="0"/>
              <a:t>initialize a struct variable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95411"/>
            <a:ext cx="4808940" cy="3595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What about that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:=</a:t>
            </a:r>
            <a:r>
              <a:rPr lang="en-GB" sz="1600" dirty="0">
                <a:solidFill>
                  <a:srgbClr val="ADADAD"/>
                </a:solidFill>
              </a:rPr>
              <a:t> syntax?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</a:endParaRPr>
          </a:p>
          <a:p>
            <a:pPr marL="0" indent="0" algn="ctr">
              <a:buNone/>
            </a:pP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myInt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GB" sz="16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285750" indent="-285750"/>
            <a:endParaRPr lang="en-GB" sz="1600" dirty="0">
              <a:solidFill>
                <a:srgbClr val="ADADAD"/>
              </a:solidFill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</a:rPr>
              <a:t>We can do the same here! (</a:t>
            </a:r>
            <a:r>
              <a:rPr lang="en-GB" sz="1200" dirty="0">
                <a:solidFill>
                  <a:srgbClr val="ADADAD"/>
                </a:solidFill>
              </a:rPr>
              <a:t>and it’s generally preferred</a:t>
            </a:r>
            <a:r>
              <a:rPr lang="en-GB" sz="1600" dirty="0">
                <a:solidFill>
                  <a:srgbClr val="ADADAD"/>
                </a:solidFill>
              </a:rPr>
              <a:t>)</a:t>
            </a:r>
          </a:p>
          <a:p>
            <a:pPr marL="285750" indent="-285750"/>
            <a:endParaRPr lang="en-GB" sz="1600" dirty="0">
              <a:solidFill>
                <a:srgbClr val="ADADAD"/>
              </a:solidFill>
            </a:endParaRPr>
          </a:p>
          <a:p>
            <a:pPr marL="914400" lvl="2" indent="0">
              <a:buNone/>
            </a:pP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GB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914400" lvl="2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Email:    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914400" lvl="2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FirstName: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"ben"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914400" lvl="2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marL="914400" lvl="2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5307979" y="1391672"/>
            <a:ext cx="3653883" cy="339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AddressFirstLine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AddressSecondLine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City    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Age     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3247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if I don’t provide all the values?</a:t>
            </a:r>
            <a:endParaRPr dirty="0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798426" y="1391672"/>
            <a:ext cx="3653883" cy="339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AddressFirstLine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AddressSecondLine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City    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Age     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A2F87616-0257-F3D4-6E2D-9B829910AD63}"/>
              </a:ext>
            </a:extLst>
          </p:cNvPr>
          <p:cNvSpPr txBox="1">
            <a:spLocks/>
          </p:cNvSpPr>
          <p:nvPr/>
        </p:nvSpPr>
        <p:spPr>
          <a:xfrm>
            <a:off x="4811383" y="1391672"/>
            <a:ext cx="3088142" cy="339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GB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Email:    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FirstName: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"ben"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We didn’t set Age?</a:t>
            </a:r>
          </a:p>
          <a:p>
            <a:pPr marL="0" indent="0">
              <a:buNone/>
            </a:pP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fmt.Println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myUser.Age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GB" sz="1600" i="1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sz="1600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n-lt"/>
                <a:cs typeface="Courier New" panose="02070309020205020404" pitchFamily="49" charset="0"/>
              </a:rPr>
              <a:t>What’s it </a:t>
            </a:r>
            <a:r>
              <a:rPr lang="en-GB" sz="1600" i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+mn-lt"/>
                <a:cs typeface="Courier New" panose="02070309020205020404" pitchFamily="49" charset="0"/>
              </a:rPr>
              <a:t>gonna</a:t>
            </a:r>
            <a:r>
              <a:rPr lang="en-GB" sz="1600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n-lt"/>
                <a:cs typeface="Courier New" panose="02070309020205020404" pitchFamily="49" charset="0"/>
              </a:rPr>
              <a:t> print out?</a:t>
            </a:r>
          </a:p>
        </p:txBody>
      </p:sp>
    </p:spTree>
    <p:extLst>
      <p:ext uri="{BB962C8B-B14F-4D97-AF65-F5344CB8AC3E}">
        <p14:creationId xmlns:p14="http://schemas.microsoft.com/office/powerpoint/2010/main" val="194924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if I don’t provide all the values?</a:t>
            </a:r>
            <a:endParaRPr dirty="0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798426" y="1391672"/>
            <a:ext cx="3653883" cy="339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AddressFirstLine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AddressSecondLine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City    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Age        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A2F87616-0257-F3D4-6E2D-9B829910AD63}"/>
              </a:ext>
            </a:extLst>
          </p:cNvPr>
          <p:cNvSpPr txBox="1">
            <a:spLocks/>
          </p:cNvSpPr>
          <p:nvPr/>
        </p:nvSpPr>
        <p:spPr>
          <a:xfrm>
            <a:off x="4811382" y="1391672"/>
            <a:ext cx="4020917" cy="339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GB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Email:    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FirstName: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"ben"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We didn’t set Age?</a:t>
            </a:r>
          </a:p>
          <a:p>
            <a:pPr marL="0" indent="0">
              <a:buNone/>
            </a:pP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fmt.Println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myUser.Age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6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GB" sz="1600" i="1" dirty="0">
              <a:solidFill>
                <a:schemeClr val="accent6">
                  <a:lumMod val="20000"/>
                  <a:lumOff val="80000"/>
                </a:schemeClr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It’ll print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 because, like with all variables, they’ll be given their default values</a:t>
            </a:r>
          </a:p>
        </p:txBody>
      </p:sp>
    </p:spTree>
    <p:extLst>
      <p:ext uri="{BB962C8B-B14F-4D97-AF65-F5344CB8AC3E}">
        <p14:creationId xmlns:p14="http://schemas.microsoft.com/office/powerpoint/2010/main" val="3712709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Can I nest structs?</a:t>
            </a:r>
            <a:endParaRPr dirty="0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798426" y="1284620"/>
            <a:ext cx="3653883" cy="3506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  <a:endParaRPr lang="en-GB" sz="1500" dirty="0">
              <a:solidFill>
                <a:schemeClr val="accent6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City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sz="1500" i="1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Age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A2F87616-0257-F3D4-6E2D-9B829910AD63}"/>
              </a:ext>
            </a:extLst>
          </p:cNvPr>
          <p:cNvSpPr txBox="1">
            <a:spLocks/>
          </p:cNvSpPr>
          <p:nvPr/>
        </p:nvSpPr>
        <p:spPr>
          <a:xfrm>
            <a:off x="4700403" y="695836"/>
            <a:ext cx="4242876" cy="409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GB" sz="1600" dirty="0">
                <a:solidFill>
                  <a:srgbClr val="ADEABC"/>
                </a:solidFill>
                <a:latin typeface="+mn-lt"/>
                <a:cs typeface="Courier New" panose="02070309020205020404" pitchFamily="49" charset="0"/>
              </a:rPr>
              <a:t>Yeah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, of course, a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 is just another data type, and you can put variables </a:t>
            </a:r>
            <a:r>
              <a:rPr lang="en-GB" sz="1600" dirty="0">
                <a:solidFill>
                  <a:srgbClr val="ADA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GB" sz="1600" dirty="0">
                <a:solidFill>
                  <a:srgbClr val="ADEA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data type 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in a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GB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Email:    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FirstName: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"ben"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Address: </a:t>
            </a:r>
            <a:r>
              <a:rPr lang="en-GB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City: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"my-City"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GB" sz="1600" dirty="0">
              <a:solidFill>
                <a:schemeClr val="bg2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fmt.Println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myUser.Address.City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prints "my-City"</a:t>
            </a:r>
            <a:endParaRPr lang="en-GB" sz="16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858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There’s even a shorthand if the member has the same name…</a:t>
            </a:r>
            <a:endParaRPr sz="2000" dirty="0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798426" y="1284620"/>
            <a:ext cx="3653883" cy="3506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  <a:endParaRPr lang="en-GB" sz="1500" dirty="0">
              <a:solidFill>
                <a:schemeClr val="accent6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City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sz="1500" i="1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Age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Address   </a:t>
            </a:r>
            <a:r>
              <a:rPr lang="en-GB" sz="15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name needed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A2F87616-0257-F3D4-6E2D-9B829910AD63}"/>
              </a:ext>
            </a:extLst>
          </p:cNvPr>
          <p:cNvSpPr txBox="1">
            <a:spLocks/>
          </p:cNvSpPr>
          <p:nvPr/>
        </p:nvSpPr>
        <p:spPr>
          <a:xfrm>
            <a:off x="4700403" y="1654840"/>
            <a:ext cx="4242876" cy="313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GB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Address: </a:t>
            </a:r>
            <a:r>
              <a:rPr lang="en-GB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City: </a:t>
            </a:r>
            <a:r>
              <a:rPr lang="en-GB" sz="16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"my-City"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pPr marL="0" indent="0">
              <a:buNone/>
            </a:pP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GB" sz="1600" dirty="0">
              <a:solidFill>
                <a:schemeClr val="bg2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fmt.Println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myUser.Address.City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Works just the same</a:t>
            </a:r>
            <a:endParaRPr lang="en-GB" sz="16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823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798426" y="1284620"/>
            <a:ext cx="3653883" cy="3506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  <a:endParaRPr lang="en-GB" sz="1500" dirty="0">
              <a:solidFill>
                <a:schemeClr val="accent6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SecondLine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City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sz="1500" i="1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FirstName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Age      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Address   </a:t>
            </a:r>
            <a:r>
              <a:rPr lang="en-GB" sz="15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name needed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A2F87616-0257-F3D4-6E2D-9B829910AD63}"/>
              </a:ext>
            </a:extLst>
          </p:cNvPr>
          <p:cNvSpPr txBox="1">
            <a:spLocks/>
          </p:cNvSpPr>
          <p:nvPr/>
        </p:nvSpPr>
        <p:spPr>
          <a:xfrm>
            <a:off x="4700403" y="2056285"/>
            <a:ext cx="4242876" cy="273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GB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pPr marL="0" indent="0">
              <a:buNone/>
            </a:pPr>
            <a:endParaRPr lang="en-GB" sz="1600" dirty="0">
              <a:solidFill>
                <a:schemeClr val="bg2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fmt.Println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myUser.Address.City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Works just the same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Prints ""</a:t>
            </a:r>
            <a:endParaRPr lang="en-GB" sz="1600" dirty="0">
              <a:solidFill>
                <a:schemeClr val="bg2">
                  <a:lumMod val="50000"/>
                  <a:lumOff val="50000"/>
                </a:schemeClr>
              </a:solidFill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7" name="Google Shape;60;p14">
            <a:extLst>
              <a:ext uri="{FF2B5EF4-FFF2-40B4-BE49-F238E27FC236}">
                <a16:creationId xmlns:a16="http://schemas.microsoft.com/office/drawing/2014/main" id="{ADFE20C6-3B1C-3754-83FF-5C9C80C833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rgbClr val="DF8E90"/>
                </a:solidFill>
              </a:rPr>
              <a:t>Now</a:t>
            </a:r>
            <a:r>
              <a:rPr lang="en-GB" dirty="0"/>
              <a:t>, what if I don’t provide all the values?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5928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How about passing structs around?</a:t>
            </a:r>
            <a:endParaRPr dirty="0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254248" y="1284620"/>
            <a:ext cx="5611293" cy="3506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500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email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GB" sz="1500" dirty="0">
              <a:solidFill>
                <a:schemeClr val="accent6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email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sz="1500" dirty="0">
              <a:solidFill>
                <a:srgbClr val="B9B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endParaRPr lang="en-GB" sz="1500" i="1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user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(user, </a:t>
            </a:r>
            <a:r>
              <a:rPr lang="en-GB" sz="15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500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5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fmt.Println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sz="1500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What does this print?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A2F87616-0257-F3D4-6E2D-9B829910AD63}"/>
              </a:ext>
            </a:extLst>
          </p:cNvPr>
          <p:cNvSpPr txBox="1">
            <a:spLocks/>
          </p:cNvSpPr>
          <p:nvPr/>
        </p:nvSpPr>
        <p:spPr>
          <a:xfrm>
            <a:off x="4982365" y="1402823"/>
            <a:ext cx="3818178" cy="3270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GB" sz="1600" dirty="0">
                <a:solidFill>
                  <a:srgbClr val="ADEABC"/>
                </a:solidFill>
                <a:latin typeface="+mn-lt"/>
                <a:cs typeface="Courier New" panose="02070309020205020404" pitchFamily="49" charset="0"/>
              </a:rPr>
              <a:t>You can of course 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just pass them around like regular variables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But when you pass most variables, you </a:t>
            </a:r>
            <a:r>
              <a:rPr lang="en-GB" sz="1600" dirty="0">
                <a:solidFill>
                  <a:srgbClr val="ADEABC"/>
                </a:solidFill>
                <a:latin typeface="+mn-lt"/>
                <a:cs typeface="Courier New" panose="02070309020205020404" pitchFamily="49" charset="0"/>
              </a:rPr>
              <a:t>pass by value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In other words, the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 in 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setEmail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 is a copy of the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 in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endParaRPr lang="en-GB" sz="1600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So, the function </a:t>
            </a:r>
            <a:r>
              <a:rPr lang="en-GB" sz="1600" dirty="0">
                <a:solidFill>
                  <a:srgbClr val="DF8E90"/>
                </a:solidFill>
                <a:latin typeface="+mn-lt"/>
                <a:cs typeface="Courier New" panose="02070309020205020404" pitchFamily="49" charset="0"/>
              </a:rPr>
              <a:t>does not mutate 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the original user</a:t>
            </a:r>
          </a:p>
        </p:txBody>
      </p:sp>
    </p:spTree>
    <p:extLst>
      <p:ext uri="{BB962C8B-B14F-4D97-AF65-F5344CB8AC3E}">
        <p14:creationId xmlns:p14="http://schemas.microsoft.com/office/powerpoint/2010/main" val="3058440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How about passing structs around?</a:t>
            </a:r>
            <a:endParaRPr dirty="0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254248" y="1284620"/>
            <a:ext cx="5611293" cy="3506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500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email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GB" sz="1500" dirty="0">
              <a:solidFill>
                <a:schemeClr val="accent6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email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user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sz="1500" i="1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user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user =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(user, </a:t>
            </a:r>
            <a:r>
              <a:rPr lang="en-GB" sz="15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500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5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fmt.Println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prints "</a:t>
            </a:r>
            <a:r>
              <a:rPr lang="en-GB" sz="1500" dirty="0" err="1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5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A2F87616-0257-F3D4-6E2D-9B829910AD63}"/>
              </a:ext>
            </a:extLst>
          </p:cNvPr>
          <p:cNvSpPr txBox="1">
            <a:spLocks/>
          </p:cNvSpPr>
          <p:nvPr/>
        </p:nvSpPr>
        <p:spPr>
          <a:xfrm>
            <a:off x="5178626" y="1958154"/>
            <a:ext cx="3764653" cy="2833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GB" sz="1600" dirty="0">
                <a:solidFill>
                  <a:srgbClr val="ADEABC"/>
                </a:solidFill>
                <a:latin typeface="+mn-lt"/>
                <a:cs typeface="Courier New" panose="02070309020205020404" pitchFamily="49" charset="0"/>
              </a:rPr>
              <a:t>That’s better!</a:t>
            </a:r>
            <a:endParaRPr lang="en-GB" sz="1600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However, structs can </a:t>
            </a:r>
            <a:r>
              <a:rPr lang="en-GB" sz="1600" dirty="0">
                <a:solidFill>
                  <a:srgbClr val="DF8E90"/>
                </a:solidFill>
                <a:latin typeface="+mn-lt"/>
                <a:cs typeface="Courier New" panose="02070309020205020404" pitchFamily="49" charset="0"/>
              </a:rPr>
              <a:t>get pretty big 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and in this example the whole struct is </a:t>
            </a:r>
            <a:r>
              <a:rPr lang="en-GB" sz="1600" dirty="0">
                <a:solidFill>
                  <a:srgbClr val="DF8E90"/>
                </a:solidFill>
                <a:latin typeface="+mn-lt"/>
                <a:cs typeface="Courier New" panose="02070309020205020404" pitchFamily="49" charset="0"/>
              </a:rPr>
              <a:t>copied 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in 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setEmail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…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sz="1600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+mn-lt"/>
                <a:cs typeface="Courier New" panose="02070309020205020404" pitchFamily="49" charset="0"/>
              </a:rPr>
              <a:t>If only there was a way to avoid this copy</a:t>
            </a:r>
          </a:p>
        </p:txBody>
      </p:sp>
    </p:spTree>
    <p:extLst>
      <p:ext uri="{BB962C8B-B14F-4D97-AF65-F5344CB8AC3E}">
        <p14:creationId xmlns:p14="http://schemas.microsoft.com/office/powerpoint/2010/main" val="333402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Pass by reference!</a:t>
            </a:r>
            <a:endParaRPr dirty="0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254249" y="1284620"/>
            <a:ext cx="4919918" cy="3506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500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 </a:t>
            </a:r>
            <a:r>
              <a:rPr lang="en-GB" sz="15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email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GB" sz="1500" dirty="0">
              <a:solidFill>
                <a:schemeClr val="accent6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email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sz="1500" i="1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endParaRPr lang="en-GB" sz="1500" i="1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user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5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user, </a:t>
            </a:r>
            <a:r>
              <a:rPr lang="en-GB" sz="15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500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5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fmt.Println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prints "</a:t>
            </a:r>
            <a:r>
              <a:rPr lang="en-GB" sz="1500" dirty="0" err="1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5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A2F87616-0257-F3D4-6E2D-9B829910AD63}"/>
              </a:ext>
            </a:extLst>
          </p:cNvPr>
          <p:cNvSpPr txBox="1">
            <a:spLocks/>
          </p:cNvSpPr>
          <p:nvPr/>
        </p:nvSpPr>
        <p:spPr>
          <a:xfrm>
            <a:off x="5174167" y="1284620"/>
            <a:ext cx="3810322" cy="3270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Here, we pass the </a:t>
            </a:r>
            <a:r>
              <a:rPr lang="en-GB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  <a:cs typeface="Courier New" panose="02070309020205020404" pitchFamily="49" charset="0"/>
              </a:rPr>
              <a:t>location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 of user in memory instead of the whole thing</a:t>
            </a:r>
          </a:p>
          <a:p>
            <a:pPr marL="0" indent="0" algn="ctr">
              <a:buNone/>
            </a:pPr>
            <a:endParaRPr lang="en-GB" sz="1600" i="1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This means that any </a:t>
            </a:r>
            <a:r>
              <a:rPr lang="en-GB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cs typeface="Courier New" panose="02070309020205020404" pitchFamily="49" charset="0"/>
              </a:rPr>
              <a:t>changes we make 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to the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 in 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setEmail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 are reflected in the original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GB" sz="12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This is very much </a:t>
            </a:r>
            <a:r>
              <a:rPr lang="en-GB" sz="1200" dirty="0">
                <a:solidFill>
                  <a:srgbClr val="DF8E90"/>
                </a:solidFill>
                <a:latin typeface="+mn-lt"/>
                <a:cs typeface="Courier New" panose="02070309020205020404" pitchFamily="49" charset="0"/>
              </a:rPr>
              <a:t>against</a:t>
            </a:r>
            <a:r>
              <a:rPr lang="en-GB" sz="12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 the functional principle of immutability and side-effects… but that’s off topic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7681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Methods</a:t>
            </a:r>
            <a:endParaRPr dirty="0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47620C57-5520-D562-0C52-D8ACDE704859}"/>
              </a:ext>
            </a:extLst>
          </p:cNvPr>
          <p:cNvSpPr txBox="1">
            <a:spLocks/>
          </p:cNvSpPr>
          <p:nvPr/>
        </p:nvSpPr>
        <p:spPr>
          <a:xfrm>
            <a:off x="4295450" y="370220"/>
            <a:ext cx="4652290" cy="44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struct {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Email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  <a:endParaRPr lang="en-GB" sz="1500" dirty="0">
              <a:solidFill>
                <a:schemeClr val="accent1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sz="1500" i="1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endParaRPr lang="en-GB" sz="1500" i="1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(u </a:t>
            </a:r>
            <a:r>
              <a:rPr lang="en-GB" sz="15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(email </a:t>
            </a:r>
            <a:r>
              <a:rPr lang="en-GB" sz="15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GB" sz="1500" dirty="0">
              <a:solidFill>
                <a:schemeClr val="accent6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u.Email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email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Arial"/>
              <a:buNone/>
            </a:pPr>
            <a:endParaRPr lang="en-GB" sz="1500" i="1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endParaRPr lang="en-GB" sz="1500" i="1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/>
              <a:buNone/>
            </a:pPr>
            <a:r>
              <a:rPr lang="en-GB" sz="1500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user </a:t>
            </a:r>
            <a:r>
              <a:rPr lang="en-GB" sz="15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user.setEmail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5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user, </a:t>
            </a:r>
            <a:r>
              <a:rPr lang="en-GB" sz="15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500" dirty="0" err="1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500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fmt.Println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5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user.Email</a:t>
            </a: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5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prints "</a:t>
            </a:r>
            <a:r>
              <a:rPr lang="en-GB" sz="1500" dirty="0" err="1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a@b.com</a:t>
            </a:r>
            <a:r>
              <a:rPr lang="en-GB" sz="15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Font typeface="Arial"/>
              <a:buNone/>
            </a:pPr>
            <a:r>
              <a:rPr lang="en-GB" sz="15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Google Shape;61;p14">
            <a:extLst>
              <a:ext uri="{FF2B5EF4-FFF2-40B4-BE49-F238E27FC236}">
                <a16:creationId xmlns:a16="http://schemas.microsoft.com/office/drawing/2014/main" id="{A2F87616-0257-F3D4-6E2D-9B829910AD63}"/>
              </a:ext>
            </a:extLst>
          </p:cNvPr>
          <p:cNvSpPr txBox="1">
            <a:spLocks/>
          </p:cNvSpPr>
          <p:nvPr/>
        </p:nvSpPr>
        <p:spPr>
          <a:xfrm>
            <a:off x="311700" y="1355988"/>
            <a:ext cx="3810322" cy="3270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That </a:t>
            </a:r>
            <a:r>
              <a:rPr lang="en-GB" sz="1600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setEmail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 isn’t really “tied” to our </a:t>
            </a:r>
            <a:r>
              <a:rPr lang="en-GB" sz="1600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endParaRPr lang="en-GB" sz="1600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It’s just a </a:t>
            </a:r>
            <a:r>
              <a:rPr lang="en-GB" sz="1600" dirty="0">
                <a:solidFill>
                  <a:srgbClr val="DF8E90"/>
                </a:solidFill>
                <a:latin typeface="+mn-lt"/>
                <a:cs typeface="Courier New" panose="02070309020205020404" pitchFamily="49" charset="0"/>
              </a:rPr>
              <a:t>free-floating function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Wouldn’t it be good if we could </a:t>
            </a:r>
            <a:r>
              <a:rPr lang="en-GB" sz="1600" dirty="0">
                <a:solidFill>
                  <a:srgbClr val="ADEABC"/>
                </a:solidFill>
                <a:latin typeface="+mn-lt"/>
                <a:cs typeface="Courier New" panose="02070309020205020404" pitchFamily="49" charset="0"/>
              </a:rPr>
              <a:t>tie functions to our structures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?</a:t>
            </a:r>
          </a:p>
          <a:p>
            <a:pPr marL="0" indent="0" algn="ctr">
              <a:buNone/>
            </a:pPr>
            <a:endParaRPr lang="en-GB" sz="1600" dirty="0">
              <a:solidFill>
                <a:srgbClr val="ADADAD"/>
              </a:solidFill>
              <a:latin typeface="+mn-lt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sz="1600" dirty="0">
                <a:solidFill>
                  <a:srgbClr val="ADEABC"/>
                </a:solidFill>
                <a:latin typeface="+mn-lt"/>
                <a:cs typeface="Courier New" panose="02070309020205020404" pitchFamily="49" charset="0"/>
              </a:rPr>
              <a:t>We can</a:t>
            </a:r>
            <a:r>
              <a:rPr lang="en-GB" sz="1600" dirty="0">
                <a:solidFill>
                  <a:srgbClr val="ADADAD"/>
                </a:solidFill>
                <a:latin typeface="+mn-lt"/>
                <a:cs typeface="Courier New" panose="02070309020205020404" pitchFamily="49" charset="0"/>
              </a:rPr>
              <a:t>, these functions are referred to as “methods”</a:t>
            </a:r>
          </a:p>
        </p:txBody>
      </p:sp>
    </p:spTree>
    <p:extLst>
      <p:ext uri="{BB962C8B-B14F-4D97-AF65-F5344CB8AC3E}">
        <p14:creationId xmlns:p14="http://schemas.microsoft.com/office/powerpoint/2010/main" val="3083583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Is a struct, a struct?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454119"/>
            <a:ext cx="4505626" cy="32443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There is a pointless semantic debate around whether </a:t>
            </a:r>
            <a:r>
              <a:rPr lang="en-GB" dirty="0">
                <a:solidFill>
                  <a:srgbClr val="DF8E90"/>
                </a:solidFill>
              </a:rPr>
              <a:t>structured data </a:t>
            </a:r>
            <a:r>
              <a:rPr lang="en-GB" dirty="0"/>
              <a:t>alone is a “</a:t>
            </a:r>
            <a:r>
              <a:rPr lang="en-GB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data structure</a:t>
            </a:r>
            <a:r>
              <a:rPr lang="en-GB" dirty="0"/>
              <a:t>”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You’d think so based on… English…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But some folks would say that the </a:t>
            </a:r>
            <a:r>
              <a:rPr lang="en-GB" dirty="0">
                <a:solidFill>
                  <a:srgbClr val="DF8E90"/>
                </a:solidFill>
              </a:rPr>
              <a:t>structured data </a:t>
            </a:r>
            <a:r>
              <a:rPr lang="en-GB" dirty="0">
                <a:solidFill>
                  <a:srgbClr val="ADADAD"/>
                </a:solidFill>
              </a:rPr>
              <a:t>alone is only a </a:t>
            </a:r>
            <a:r>
              <a:rPr lang="en-GB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type</a:t>
            </a:r>
            <a:endParaRPr lang="en-GB" dirty="0">
              <a:solidFill>
                <a:srgbClr val="ADADAD"/>
              </a:solidFill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870DAD5C-1698-678E-120D-06132ADC490B}"/>
              </a:ext>
            </a:extLst>
          </p:cNvPr>
          <p:cNvSpPr txBox="1">
            <a:spLocks/>
          </p:cNvSpPr>
          <p:nvPr/>
        </p:nvSpPr>
        <p:spPr>
          <a:xfrm>
            <a:off x="4817326" y="1159727"/>
            <a:ext cx="4014973" cy="3538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You would need associated functions, i.e. algorithms, to “make” it a </a:t>
            </a:r>
            <a:r>
              <a:rPr lang="en-GB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data structure</a:t>
            </a:r>
          </a:p>
          <a:p>
            <a:pPr marL="0" indent="0" algn="ctr">
              <a:buFont typeface="Arial"/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indent="0" algn="ct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Hence the common pairing of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DS&amp;A </a:t>
            </a:r>
            <a:r>
              <a:rPr lang="en-GB" dirty="0">
                <a:solidFill>
                  <a:srgbClr val="ADADAD"/>
                </a:solidFill>
              </a:rPr>
              <a:t>(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</a:t>
            </a:r>
            <a:r>
              <a:rPr lang="en-GB" sz="1400" dirty="0">
                <a:solidFill>
                  <a:srgbClr val="ADADAD"/>
                </a:solidFill>
              </a:rPr>
              <a:t>ata 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</a:t>
            </a:r>
            <a:r>
              <a:rPr lang="en-GB" sz="1400" dirty="0">
                <a:solidFill>
                  <a:srgbClr val="ADADAD"/>
                </a:solidFill>
              </a:rPr>
              <a:t>tructures 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and</a:t>
            </a:r>
            <a:r>
              <a:rPr lang="en-GB" sz="1400" dirty="0">
                <a:solidFill>
                  <a:srgbClr val="ADADAD"/>
                </a:solidFill>
              </a:rPr>
              <a:t> </a:t>
            </a:r>
            <a:r>
              <a:rPr lang="en-GB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</a:t>
            </a:r>
            <a:r>
              <a:rPr lang="en-GB" sz="1400" dirty="0">
                <a:solidFill>
                  <a:srgbClr val="ADADAD"/>
                </a:solidFill>
              </a:rPr>
              <a:t>lgorithms</a:t>
            </a:r>
            <a:r>
              <a:rPr lang="en-GB" dirty="0">
                <a:solidFill>
                  <a:srgbClr val="ADADAD"/>
                </a:solidFill>
              </a:rPr>
              <a:t>)</a:t>
            </a:r>
          </a:p>
          <a:p>
            <a:pPr marL="0" indent="0" algn="ctr">
              <a:buFont typeface="Arial"/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indent="0" algn="ct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It is a </a:t>
            </a:r>
            <a:r>
              <a:rPr lang="en-GB" dirty="0">
                <a:solidFill>
                  <a:srgbClr val="DF8E90"/>
                </a:solidFill>
              </a:rPr>
              <a:t>pointless debate </a:t>
            </a:r>
            <a:r>
              <a:rPr lang="en-GB" dirty="0">
                <a:solidFill>
                  <a:srgbClr val="ADADAD"/>
                </a:solidFill>
              </a:rPr>
              <a:t>and you’ll never have to think about it… but you may choose to…</a:t>
            </a:r>
          </a:p>
        </p:txBody>
      </p:sp>
    </p:spTree>
    <p:extLst>
      <p:ext uri="{BB962C8B-B14F-4D97-AF65-F5344CB8AC3E}">
        <p14:creationId xmlns:p14="http://schemas.microsoft.com/office/powerpoint/2010/main" val="98978768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D121E76F5CE646A9C07870EBB94916" ma:contentTypeVersion="17" ma:contentTypeDescription="Create a new document." ma:contentTypeScope="" ma:versionID="e3b6a8ecde2ea9be8e4caddae6578eef">
  <xsd:schema xmlns:xsd="http://www.w3.org/2001/XMLSchema" xmlns:xs="http://www.w3.org/2001/XMLSchema" xmlns:p="http://schemas.microsoft.com/office/2006/metadata/properties" xmlns:ns2="2188b33a-ea31-47d6-863c-676f867f4f7c" xmlns:ns3="92de9fe7-1fd6-4961-9268-6c7d765b3eb0" targetNamespace="http://schemas.microsoft.com/office/2006/metadata/properties" ma:root="true" ma:fieldsID="27a74fa29da2619acee843a7e8eb736c" ns2:_="" ns3:_="">
    <xsd:import namespace="2188b33a-ea31-47d6-863c-676f867f4f7c"/>
    <xsd:import namespace="92de9fe7-1fd6-4961-9268-6c7d765b3e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88b33a-ea31-47d6-863c-676f867f4f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e9fe7-1fd6-4961-9268-6c7d765b3eb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06ce121-5c6e-41cc-9241-cd5e84b5f9a6}" ma:internalName="TaxCatchAll" ma:showField="CatchAllData" ma:web="92de9fe7-1fd6-4961-9268-6c7d765b3e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5D6FC0-9001-4E47-A913-8B2AC1EB5DA8}">
  <ds:schemaRefs>
    <ds:schemaRef ds:uri="2188b33a-ea31-47d6-863c-676f867f4f7c"/>
    <ds:schemaRef ds:uri="92de9fe7-1fd6-4961-9268-6c7d765b3e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6A67A7-5BD1-4C80-AEC7-410D927B43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1569</Words>
  <Application>Microsoft Macintosh PowerPoint</Application>
  <PresentationFormat>On-screen Show (16:9)</PresentationFormat>
  <Paragraphs>321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Courier New</vt:lpstr>
      <vt:lpstr>Simple Dark</vt:lpstr>
      <vt:lpstr>Structs</vt:lpstr>
      <vt:lpstr>What is a “struct”?</vt:lpstr>
      <vt:lpstr>What is a “struct”?</vt:lpstr>
      <vt:lpstr>What is a “struct”?</vt:lpstr>
      <vt:lpstr>How to declare a struct</vt:lpstr>
      <vt:lpstr>Does the type have to be a struct?</vt:lpstr>
      <vt:lpstr>How to declare a struct variable</vt:lpstr>
      <vt:lpstr>How to declare and initialize a struct variable</vt:lpstr>
      <vt:lpstr>What if I don’t provide all the values?</vt:lpstr>
      <vt:lpstr>What if I don’t provide all the values?</vt:lpstr>
      <vt:lpstr>Can I nest structs?</vt:lpstr>
      <vt:lpstr>There’s even a shorthand if the member has the same name…</vt:lpstr>
      <vt:lpstr>Now, what if I don’t provide all the values?</vt:lpstr>
      <vt:lpstr>How about passing structs around?</vt:lpstr>
      <vt:lpstr>How about passing structs around?</vt:lpstr>
      <vt:lpstr>Pass by reference!</vt:lpstr>
      <vt:lpstr>Methods</vt:lpstr>
      <vt:lpstr>Is a struct, a struct?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Text Processing</dc:title>
  <cp:lastModifiedBy>Carrington, Ben</cp:lastModifiedBy>
  <cp:revision>14</cp:revision>
  <dcterms:modified xsi:type="dcterms:W3CDTF">2025-06-23T09:09:23Z</dcterms:modified>
</cp:coreProperties>
</file>